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17"/>
  </p:notesMasterIdLst>
  <p:sldIdLst>
    <p:sldId id="256" r:id="rId2"/>
    <p:sldId id="290" r:id="rId3"/>
    <p:sldId id="297" r:id="rId4"/>
    <p:sldId id="293" r:id="rId5"/>
    <p:sldId id="292" r:id="rId6"/>
    <p:sldId id="272" r:id="rId7"/>
    <p:sldId id="263" r:id="rId8"/>
    <p:sldId id="275" r:id="rId9"/>
    <p:sldId id="295" r:id="rId10"/>
    <p:sldId id="291" r:id="rId11"/>
    <p:sldId id="273" r:id="rId12"/>
    <p:sldId id="274" r:id="rId13"/>
    <p:sldId id="278" r:id="rId14"/>
    <p:sldId id="294" r:id="rId15"/>
    <p:sldId id="296" r:id="rId16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139" autoAdjust="0"/>
  </p:normalViewPr>
  <p:slideViewPr>
    <p:cSldViewPr snapToGrid="0">
      <p:cViewPr varScale="1">
        <p:scale>
          <a:sx n="94" d="100"/>
          <a:sy n="94" d="100"/>
        </p:scale>
        <p:origin x="2130" y="84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B67D2C-729B-4A65-95EC-AD2451076DD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784469-8308-4EDE-81E5-1D55DABA33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Create Remote repository</a:t>
          </a:r>
        </a:p>
      </dgm:t>
    </dgm:pt>
    <dgm:pt modelId="{BB02C629-19CC-4FD0-9090-8C653310B443}" type="parTrans" cxnId="{07433345-2091-4DBF-B8EE-CA3FA35BC0BE}">
      <dgm:prSet/>
      <dgm:spPr/>
      <dgm:t>
        <a:bodyPr/>
        <a:lstStyle/>
        <a:p>
          <a:endParaRPr lang="en-US"/>
        </a:p>
      </dgm:t>
    </dgm:pt>
    <dgm:pt modelId="{5365F3A4-18C8-423D-9AC0-193A96783F87}" type="sibTrans" cxnId="{07433345-2091-4DBF-B8EE-CA3FA35BC0BE}">
      <dgm:prSet/>
      <dgm:spPr/>
      <dgm:t>
        <a:bodyPr/>
        <a:lstStyle/>
        <a:p>
          <a:endParaRPr lang="en-US"/>
        </a:p>
      </dgm:t>
    </dgm:pt>
    <dgm:pt modelId="{149CAAB9-F0E1-40A8-B6B2-2656F12A3C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Create/Edit file(s) in local repository</a:t>
          </a:r>
        </a:p>
      </dgm:t>
    </dgm:pt>
    <dgm:pt modelId="{4F826019-7580-43BC-B721-2F8A6892D2B4}" type="parTrans" cxnId="{5F0A71EC-F8C3-40B8-A677-D0119FA27262}">
      <dgm:prSet/>
      <dgm:spPr/>
      <dgm:t>
        <a:bodyPr/>
        <a:lstStyle/>
        <a:p>
          <a:endParaRPr lang="en-US"/>
        </a:p>
      </dgm:t>
    </dgm:pt>
    <dgm:pt modelId="{E084633E-FDFA-480E-BA9E-FB8E15CD80CC}" type="sibTrans" cxnId="{5F0A71EC-F8C3-40B8-A677-D0119FA27262}">
      <dgm:prSet/>
      <dgm:spPr/>
      <dgm:t>
        <a:bodyPr/>
        <a:lstStyle/>
        <a:p>
          <a:endParaRPr lang="en-US"/>
        </a:p>
      </dgm:t>
    </dgm:pt>
    <dgm:pt modelId="{C3197687-9E0A-4449-B6D5-153A0B21F5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Stage file for commit </a:t>
          </a:r>
        </a:p>
      </dgm:t>
    </dgm:pt>
    <dgm:pt modelId="{1BE859C0-7C4E-4E9B-86A0-7A640269C151}" type="parTrans" cxnId="{50D0500C-5A76-41D3-B931-6932C2297474}">
      <dgm:prSet/>
      <dgm:spPr/>
      <dgm:t>
        <a:bodyPr/>
        <a:lstStyle/>
        <a:p>
          <a:endParaRPr lang="en-US"/>
        </a:p>
      </dgm:t>
    </dgm:pt>
    <dgm:pt modelId="{65A77B61-A49F-4369-A9D9-A7F480FF1E80}" type="sibTrans" cxnId="{50D0500C-5A76-41D3-B931-6932C2297474}">
      <dgm:prSet/>
      <dgm:spPr/>
      <dgm:t>
        <a:bodyPr/>
        <a:lstStyle/>
        <a:p>
          <a:endParaRPr lang="en-US"/>
        </a:p>
      </dgm:t>
    </dgm:pt>
    <dgm:pt modelId="{5D0676F8-6E59-41C3-9176-507D718E4B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Commit (add a comment with your commit)</a:t>
          </a:r>
          <a:r>
            <a:rPr lang="en-US" dirty="0">
              <a:latin typeface="Arial" panose="020B0604020202020204"/>
            </a:rPr>
            <a:t> </a:t>
          </a:r>
        </a:p>
      </dgm:t>
    </dgm:pt>
    <dgm:pt modelId="{C3A51671-C4A3-404C-9B18-B49C0782CEE0}" type="parTrans" cxnId="{5E5DB042-666D-4FBE-900C-A81F28474A87}">
      <dgm:prSet/>
      <dgm:spPr/>
      <dgm:t>
        <a:bodyPr/>
        <a:lstStyle/>
        <a:p>
          <a:endParaRPr lang="en-US"/>
        </a:p>
      </dgm:t>
    </dgm:pt>
    <dgm:pt modelId="{8A6A5336-5BDC-447A-B537-C877FCBF600F}" type="sibTrans" cxnId="{5E5DB042-666D-4FBE-900C-A81F28474A87}">
      <dgm:prSet/>
      <dgm:spPr/>
      <dgm:t>
        <a:bodyPr/>
        <a:lstStyle/>
        <a:p>
          <a:endParaRPr lang="en-US"/>
        </a:p>
      </dgm:t>
    </dgm:pt>
    <dgm:pt modelId="{31BF0FEE-4C27-4453-9C82-2C78CD49EDA2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rial" panose="020B0604020202020204"/>
            </a:rPr>
            <a:t>Push</a:t>
          </a:r>
          <a:endParaRPr lang="en-US" dirty="0"/>
        </a:p>
      </dgm:t>
    </dgm:pt>
    <dgm:pt modelId="{D9EDCB97-5EC5-4EF5-AF87-95F1A661B038}" type="parTrans" cxnId="{3911B386-8C5E-4A84-875E-0A4CDC913245}">
      <dgm:prSet/>
      <dgm:spPr/>
      <dgm:t>
        <a:bodyPr/>
        <a:lstStyle/>
        <a:p>
          <a:endParaRPr lang="en-US"/>
        </a:p>
      </dgm:t>
    </dgm:pt>
    <dgm:pt modelId="{D0D8F87F-29C4-47DC-88FC-3FCFC93E5FF2}" type="sibTrans" cxnId="{3911B386-8C5E-4A84-875E-0A4CDC913245}">
      <dgm:prSet/>
      <dgm:spPr/>
      <dgm:t>
        <a:bodyPr/>
        <a:lstStyle/>
        <a:p>
          <a:endParaRPr lang="en-US"/>
        </a:p>
      </dgm:t>
    </dgm:pt>
    <dgm:pt modelId="{DBBDA89A-FA83-4DB0-A648-3DAF47D0EB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Clone Local Repository </a:t>
          </a:r>
        </a:p>
      </dgm:t>
    </dgm:pt>
    <dgm:pt modelId="{6CBED406-4947-4FC7-BA21-07D7C01DF654}" type="sibTrans" cxnId="{3121770C-68EF-4860-A747-7830106665E5}">
      <dgm:prSet/>
      <dgm:spPr/>
      <dgm:t>
        <a:bodyPr/>
        <a:lstStyle/>
        <a:p>
          <a:endParaRPr lang="en-US"/>
        </a:p>
      </dgm:t>
    </dgm:pt>
    <dgm:pt modelId="{D4454B82-6EBC-4CA9-AA60-3DEF5E113DC7}" type="parTrans" cxnId="{3121770C-68EF-4860-A747-7830106665E5}">
      <dgm:prSet/>
      <dgm:spPr/>
      <dgm:t>
        <a:bodyPr/>
        <a:lstStyle/>
        <a:p>
          <a:endParaRPr lang="en-US"/>
        </a:p>
      </dgm:t>
    </dgm:pt>
    <dgm:pt modelId="{9372BDB1-AC54-4CC7-BF61-2B1210B3AB62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Pull</a:t>
          </a:r>
        </a:p>
      </dgm:t>
    </dgm:pt>
    <dgm:pt modelId="{064DB196-C825-4227-BD12-AE553B464BCC}" type="parTrans" cxnId="{70C8B609-0B71-4413-AEB7-7F033A8D5877}">
      <dgm:prSet/>
      <dgm:spPr/>
      <dgm:t>
        <a:bodyPr/>
        <a:lstStyle/>
        <a:p>
          <a:endParaRPr lang="en-US"/>
        </a:p>
      </dgm:t>
    </dgm:pt>
    <dgm:pt modelId="{09F30C2B-8336-4F16-8CC3-9A5AE01BE385}" type="sibTrans" cxnId="{70C8B609-0B71-4413-AEB7-7F033A8D5877}">
      <dgm:prSet/>
      <dgm:spPr/>
      <dgm:t>
        <a:bodyPr/>
        <a:lstStyle/>
        <a:p>
          <a:endParaRPr lang="en-US"/>
        </a:p>
      </dgm:t>
    </dgm:pt>
    <dgm:pt modelId="{A4F92CB5-ABE7-43BC-85DA-0ED2678AC11E}" type="pres">
      <dgm:prSet presAssocID="{F6B67D2C-729B-4A65-95EC-AD2451076DD8}" presName="root" presStyleCnt="0">
        <dgm:presLayoutVars>
          <dgm:dir/>
          <dgm:resizeHandles val="exact"/>
        </dgm:presLayoutVars>
      </dgm:prSet>
      <dgm:spPr/>
    </dgm:pt>
    <dgm:pt modelId="{DA08751E-3F14-40CB-B045-ECD9D32904C9}" type="pres">
      <dgm:prSet presAssocID="{4C784469-8308-4EDE-81E5-1D55DABA33E7}" presName="compNode" presStyleCnt="0"/>
      <dgm:spPr/>
    </dgm:pt>
    <dgm:pt modelId="{85EEFDBB-40D0-4C85-81F9-8C6E5E2A7FAC}" type="pres">
      <dgm:prSet presAssocID="{4C784469-8308-4EDE-81E5-1D55DABA33E7}" presName="bgRect" presStyleLbl="bgShp" presStyleIdx="0" presStyleCnt="7"/>
      <dgm:spPr/>
    </dgm:pt>
    <dgm:pt modelId="{21DFCF88-9259-4892-B0D6-045D5356A1F7}" type="pres">
      <dgm:prSet presAssocID="{4C784469-8308-4EDE-81E5-1D55DABA33E7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D5CFC9C-7B69-40EC-A8BE-99447183B1A8}" type="pres">
      <dgm:prSet presAssocID="{4C784469-8308-4EDE-81E5-1D55DABA33E7}" presName="spaceRect" presStyleCnt="0"/>
      <dgm:spPr/>
    </dgm:pt>
    <dgm:pt modelId="{25986D4B-E8EF-4778-8587-7A94B9386821}" type="pres">
      <dgm:prSet presAssocID="{4C784469-8308-4EDE-81E5-1D55DABA33E7}" presName="parTx" presStyleLbl="revTx" presStyleIdx="0" presStyleCnt="7">
        <dgm:presLayoutVars>
          <dgm:chMax val="0"/>
          <dgm:chPref val="0"/>
        </dgm:presLayoutVars>
      </dgm:prSet>
      <dgm:spPr/>
    </dgm:pt>
    <dgm:pt modelId="{C69E8E0D-5667-409F-875F-81FD9865E895}" type="pres">
      <dgm:prSet presAssocID="{5365F3A4-18C8-423D-9AC0-193A96783F87}" presName="sibTrans" presStyleCnt="0"/>
      <dgm:spPr/>
    </dgm:pt>
    <dgm:pt modelId="{88B558DF-1C5B-46D2-9C4D-73C9E7EFB5F3}" type="pres">
      <dgm:prSet presAssocID="{DBBDA89A-FA83-4DB0-A648-3DAF47D0EB66}" presName="compNode" presStyleCnt="0"/>
      <dgm:spPr/>
    </dgm:pt>
    <dgm:pt modelId="{CC53B885-21A6-44C3-B1AF-68F1C0166D1C}" type="pres">
      <dgm:prSet presAssocID="{DBBDA89A-FA83-4DB0-A648-3DAF47D0EB66}" presName="bgRect" presStyleLbl="bgShp" presStyleIdx="1" presStyleCnt="7"/>
      <dgm:spPr/>
    </dgm:pt>
    <dgm:pt modelId="{89D00A56-C15D-4666-9676-5E04260B35C4}" type="pres">
      <dgm:prSet presAssocID="{DBBDA89A-FA83-4DB0-A648-3DAF47D0EB66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46BFFA8A-92DD-4BDC-9179-71BD25B806FE}" type="pres">
      <dgm:prSet presAssocID="{DBBDA89A-FA83-4DB0-A648-3DAF47D0EB66}" presName="spaceRect" presStyleCnt="0"/>
      <dgm:spPr/>
    </dgm:pt>
    <dgm:pt modelId="{873085F6-E8C0-44E8-9CA4-36BA0376798C}" type="pres">
      <dgm:prSet presAssocID="{DBBDA89A-FA83-4DB0-A648-3DAF47D0EB66}" presName="parTx" presStyleLbl="revTx" presStyleIdx="1" presStyleCnt="7">
        <dgm:presLayoutVars>
          <dgm:chMax val="0"/>
          <dgm:chPref val="0"/>
        </dgm:presLayoutVars>
      </dgm:prSet>
      <dgm:spPr/>
    </dgm:pt>
    <dgm:pt modelId="{90B38EDD-622C-4E8E-B5A1-5ECA2007A712}" type="pres">
      <dgm:prSet presAssocID="{6CBED406-4947-4FC7-BA21-07D7C01DF654}" presName="sibTrans" presStyleCnt="0"/>
      <dgm:spPr/>
    </dgm:pt>
    <dgm:pt modelId="{D1A15873-2A4E-4D85-91CD-F880AE7FAAB8}" type="pres">
      <dgm:prSet presAssocID="{149CAAB9-F0E1-40A8-B6B2-2656F12A3C4A}" presName="compNode" presStyleCnt="0"/>
      <dgm:spPr/>
    </dgm:pt>
    <dgm:pt modelId="{AC67B769-1F88-4F3D-9DA0-61D7A5E9592E}" type="pres">
      <dgm:prSet presAssocID="{149CAAB9-F0E1-40A8-B6B2-2656F12A3C4A}" presName="bgRect" presStyleLbl="bgShp" presStyleIdx="2" presStyleCnt="7"/>
      <dgm:spPr/>
    </dgm:pt>
    <dgm:pt modelId="{FBB32EF0-933E-432F-A449-79E21E96014B}" type="pres">
      <dgm:prSet presAssocID="{149CAAB9-F0E1-40A8-B6B2-2656F12A3C4A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89D50AB9-7C08-4DDF-8EEA-8FFD0504174A}" type="pres">
      <dgm:prSet presAssocID="{149CAAB9-F0E1-40A8-B6B2-2656F12A3C4A}" presName="spaceRect" presStyleCnt="0"/>
      <dgm:spPr/>
    </dgm:pt>
    <dgm:pt modelId="{4194D5D0-EACB-4731-82C2-E4DD9976027E}" type="pres">
      <dgm:prSet presAssocID="{149CAAB9-F0E1-40A8-B6B2-2656F12A3C4A}" presName="parTx" presStyleLbl="revTx" presStyleIdx="2" presStyleCnt="7">
        <dgm:presLayoutVars>
          <dgm:chMax val="0"/>
          <dgm:chPref val="0"/>
        </dgm:presLayoutVars>
      </dgm:prSet>
      <dgm:spPr/>
    </dgm:pt>
    <dgm:pt modelId="{2CC84054-76A7-465E-95BC-94F9B2A6BB9D}" type="pres">
      <dgm:prSet presAssocID="{E084633E-FDFA-480E-BA9E-FB8E15CD80CC}" presName="sibTrans" presStyleCnt="0"/>
      <dgm:spPr/>
    </dgm:pt>
    <dgm:pt modelId="{B830901E-739A-4900-AE75-CB4E1AC3C886}" type="pres">
      <dgm:prSet presAssocID="{C3197687-9E0A-4449-B6D5-153A0B21F59E}" presName="compNode" presStyleCnt="0"/>
      <dgm:spPr/>
    </dgm:pt>
    <dgm:pt modelId="{25578FE1-BBFF-4EAC-B316-BAB1393488A9}" type="pres">
      <dgm:prSet presAssocID="{C3197687-9E0A-4449-B6D5-153A0B21F59E}" presName="bgRect" presStyleLbl="bgShp" presStyleIdx="3" presStyleCnt="7"/>
      <dgm:spPr/>
    </dgm:pt>
    <dgm:pt modelId="{5C0F68E4-924E-4ECC-BF59-E1B39825DE12}" type="pres">
      <dgm:prSet presAssocID="{C3197687-9E0A-4449-B6D5-153A0B21F59E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15FFAC6-0156-4359-888B-3559C749A7A5}" type="pres">
      <dgm:prSet presAssocID="{C3197687-9E0A-4449-B6D5-153A0B21F59E}" presName="spaceRect" presStyleCnt="0"/>
      <dgm:spPr/>
    </dgm:pt>
    <dgm:pt modelId="{FD2B3F4C-70B9-480C-8358-BB5F9C5B1C7A}" type="pres">
      <dgm:prSet presAssocID="{C3197687-9E0A-4449-B6D5-153A0B21F59E}" presName="parTx" presStyleLbl="revTx" presStyleIdx="3" presStyleCnt="7">
        <dgm:presLayoutVars>
          <dgm:chMax val="0"/>
          <dgm:chPref val="0"/>
        </dgm:presLayoutVars>
      </dgm:prSet>
      <dgm:spPr/>
    </dgm:pt>
    <dgm:pt modelId="{B979435F-BE00-4ED8-A363-804B20BEF593}" type="pres">
      <dgm:prSet presAssocID="{65A77B61-A49F-4369-A9D9-A7F480FF1E80}" presName="sibTrans" presStyleCnt="0"/>
      <dgm:spPr/>
    </dgm:pt>
    <dgm:pt modelId="{915433FB-3F71-48FA-9A35-26C736CEF6AD}" type="pres">
      <dgm:prSet presAssocID="{5D0676F8-6E59-41C3-9176-507D718E4BC2}" presName="compNode" presStyleCnt="0"/>
      <dgm:spPr/>
    </dgm:pt>
    <dgm:pt modelId="{694A4DBF-7855-4891-BA26-E1E9E7733FBD}" type="pres">
      <dgm:prSet presAssocID="{5D0676F8-6E59-41C3-9176-507D718E4BC2}" presName="bgRect" presStyleLbl="bgShp" presStyleIdx="4" presStyleCnt="7"/>
      <dgm:spPr/>
    </dgm:pt>
    <dgm:pt modelId="{80653B3F-64CD-4F44-861E-47836A57196E}" type="pres">
      <dgm:prSet presAssocID="{5D0676F8-6E59-41C3-9176-507D718E4BC2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4F3BCE57-96DA-442E-A5A3-B5FBDEEE808A}" type="pres">
      <dgm:prSet presAssocID="{5D0676F8-6E59-41C3-9176-507D718E4BC2}" presName="spaceRect" presStyleCnt="0"/>
      <dgm:spPr/>
    </dgm:pt>
    <dgm:pt modelId="{03A4533A-802C-4CFC-9964-28348A2B1483}" type="pres">
      <dgm:prSet presAssocID="{5D0676F8-6E59-41C3-9176-507D718E4BC2}" presName="parTx" presStyleLbl="revTx" presStyleIdx="4" presStyleCnt="7">
        <dgm:presLayoutVars>
          <dgm:chMax val="0"/>
          <dgm:chPref val="0"/>
        </dgm:presLayoutVars>
      </dgm:prSet>
      <dgm:spPr/>
    </dgm:pt>
    <dgm:pt modelId="{7EC702D3-DBF4-4D5A-BAEB-F727F9420418}" type="pres">
      <dgm:prSet presAssocID="{8A6A5336-5BDC-447A-B537-C877FCBF600F}" presName="sibTrans" presStyleCnt="0"/>
      <dgm:spPr/>
    </dgm:pt>
    <dgm:pt modelId="{81A91324-4D64-473E-8699-19A9965BAD08}" type="pres">
      <dgm:prSet presAssocID="{9372BDB1-AC54-4CC7-BF61-2B1210B3AB62}" presName="compNode" presStyleCnt="0"/>
      <dgm:spPr/>
    </dgm:pt>
    <dgm:pt modelId="{8ADFD2B2-FADA-40C2-92A7-A7FEF25B7751}" type="pres">
      <dgm:prSet presAssocID="{9372BDB1-AC54-4CC7-BF61-2B1210B3AB62}" presName="bgRect" presStyleLbl="bgShp" presStyleIdx="5" presStyleCnt="7"/>
      <dgm:spPr/>
    </dgm:pt>
    <dgm:pt modelId="{4CCC38E4-3380-4E8F-9E16-B77A3731A86C}" type="pres">
      <dgm:prSet presAssocID="{9372BDB1-AC54-4CC7-BF61-2B1210B3AB62}" presName="iconRect" presStyleLbl="node1" presStyleIdx="5" presStyleCnt="7"/>
      <dgm:spPr/>
    </dgm:pt>
    <dgm:pt modelId="{483378E7-3F95-4570-BE5C-63344AB69818}" type="pres">
      <dgm:prSet presAssocID="{9372BDB1-AC54-4CC7-BF61-2B1210B3AB62}" presName="spaceRect" presStyleCnt="0"/>
      <dgm:spPr/>
    </dgm:pt>
    <dgm:pt modelId="{0185870F-ED6A-4877-83E0-BA1134488C5B}" type="pres">
      <dgm:prSet presAssocID="{9372BDB1-AC54-4CC7-BF61-2B1210B3AB62}" presName="parTx" presStyleLbl="revTx" presStyleIdx="5" presStyleCnt="7">
        <dgm:presLayoutVars>
          <dgm:chMax val="0"/>
          <dgm:chPref val="0"/>
        </dgm:presLayoutVars>
      </dgm:prSet>
      <dgm:spPr/>
    </dgm:pt>
    <dgm:pt modelId="{E61FCFA8-F499-4F8B-9907-197A8E85DAD1}" type="pres">
      <dgm:prSet presAssocID="{09F30C2B-8336-4F16-8CC3-9A5AE01BE385}" presName="sibTrans" presStyleCnt="0"/>
      <dgm:spPr/>
    </dgm:pt>
    <dgm:pt modelId="{DE8A8048-FA82-4257-B699-DA5BCA14813C}" type="pres">
      <dgm:prSet presAssocID="{31BF0FEE-4C27-4453-9C82-2C78CD49EDA2}" presName="compNode" presStyleCnt="0"/>
      <dgm:spPr/>
    </dgm:pt>
    <dgm:pt modelId="{ECD08A2E-B738-432F-BCF2-F1178B6B34AF}" type="pres">
      <dgm:prSet presAssocID="{31BF0FEE-4C27-4453-9C82-2C78CD49EDA2}" presName="bgRect" presStyleLbl="bgShp" presStyleIdx="6" presStyleCnt="7" custLinFactY="7347" custLinFactNeighborY="100000"/>
      <dgm:spPr/>
    </dgm:pt>
    <dgm:pt modelId="{631E2480-3F40-4751-ACCA-024F20FB144B}" type="pres">
      <dgm:prSet presAssocID="{31BF0FEE-4C27-4453-9C82-2C78CD49EDA2}" presName="iconRect" presStyleLbl="node1" presStyleIdx="6" presStyleCnt="7"/>
      <dgm:spPr/>
    </dgm:pt>
    <dgm:pt modelId="{C0561624-7437-4122-9517-71E76EE5EC55}" type="pres">
      <dgm:prSet presAssocID="{31BF0FEE-4C27-4453-9C82-2C78CD49EDA2}" presName="spaceRect" presStyleCnt="0"/>
      <dgm:spPr/>
    </dgm:pt>
    <dgm:pt modelId="{936AA289-4145-4C91-8DA0-BC715E9DF154}" type="pres">
      <dgm:prSet presAssocID="{31BF0FEE-4C27-4453-9C82-2C78CD49EDA2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BCB16801-6FB1-433D-BD42-9BF977CFE55D}" type="presOf" srcId="{C3197687-9E0A-4449-B6D5-153A0B21F59E}" destId="{FD2B3F4C-70B9-480C-8358-BB5F9C5B1C7A}" srcOrd="0" destOrd="0" presId="urn:microsoft.com/office/officeart/2018/2/layout/IconVerticalSolidList"/>
    <dgm:cxn modelId="{C26D2903-E91F-4DFC-BB95-E482B8B30EE2}" type="presOf" srcId="{4C784469-8308-4EDE-81E5-1D55DABA33E7}" destId="{25986D4B-E8EF-4778-8587-7A94B9386821}" srcOrd="0" destOrd="0" presId="urn:microsoft.com/office/officeart/2018/2/layout/IconVerticalSolidList"/>
    <dgm:cxn modelId="{F0935207-458D-4CD4-99D8-3B2FEF82BDF1}" type="presOf" srcId="{DBBDA89A-FA83-4DB0-A648-3DAF47D0EB66}" destId="{873085F6-E8C0-44E8-9CA4-36BA0376798C}" srcOrd="0" destOrd="0" presId="urn:microsoft.com/office/officeart/2018/2/layout/IconVerticalSolidList"/>
    <dgm:cxn modelId="{70C8B609-0B71-4413-AEB7-7F033A8D5877}" srcId="{F6B67D2C-729B-4A65-95EC-AD2451076DD8}" destId="{9372BDB1-AC54-4CC7-BF61-2B1210B3AB62}" srcOrd="5" destOrd="0" parTransId="{064DB196-C825-4227-BD12-AE553B464BCC}" sibTransId="{09F30C2B-8336-4F16-8CC3-9A5AE01BE385}"/>
    <dgm:cxn modelId="{50D0500C-5A76-41D3-B931-6932C2297474}" srcId="{F6B67D2C-729B-4A65-95EC-AD2451076DD8}" destId="{C3197687-9E0A-4449-B6D5-153A0B21F59E}" srcOrd="3" destOrd="0" parTransId="{1BE859C0-7C4E-4E9B-86A0-7A640269C151}" sibTransId="{65A77B61-A49F-4369-A9D9-A7F480FF1E80}"/>
    <dgm:cxn modelId="{3121770C-68EF-4860-A747-7830106665E5}" srcId="{F6B67D2C-729B-4A65-95EC-AD2451076DD8}" destId="{DBBDA89A-FA83-4DB0-A648-3DAF47D0EB66}" srcOrd="1" destOrd="0" parTransId="{D4454B82-6EBC-4CA9-AA60-3DEF5E113DC7}" sibTransId="{6CBED406-4947-4FC7-BA21-07D7C01DF654}"/>
    <dgm:cxn modelId="{2234D02C-2C72-44E7-A07E-9A326FA7E0A6}" type="presOf" srcId="{5D0676F8-6E59-41C3-9176-507D718E4BC2}" destId="{03A4533A-802C-4CFC-9964-28348A2B1483}" srcOrd="0" destOrd="0" presId="urn:microsoft.com/office/officeart/2018/2/layout/IconVerticalSolidList"/>
    <dgm:cxn modelId="{5E5DB042-666D-4FBE-900C-A81F28474A87}" srcId="{F6B67D2C-729B-4A65-95EC-AD2451076DD8}" destId="{5D0676F8-6E59-41C3-9176-507D718E4BC2}" srcOrd="4" destOrd="0" parTransId="{C3A51671-C4A3-404C-9B18-B49C0782CEE0}" sibTransId="{8A6A5336-5BDC-447A-B537-C877FCBF600F}"/>
    <dgm:cxn modelId="{07433345-2091-4DBF-B8EE-CA3FA35BC0BE}" srcId="{F6B67D2C-729B-4A65-95EC-AD2451076DD8}" destId="{4C784469-8308-4EDE-81E5-1D55DABA33E7}" srcOrd="0" destOrd="0" parTransId="{BB02C629-19CC-4FD0-9090-8C653310B443}" sibTransId="{5365F3A4-18C8-423D-9AC0-193A96783F87}"/>
    <dgm:cxn modelId="{FA6BDA6E-F693-45EF-8F55-113BB8B803BB}" type="presOf" srcId="{149CAAB9-F0E1-40A8-B6B2-2656F12A3C4A}" destId="{4194D5D0-EACB-4731-82C2-E4DD9976027E}" srcOrd="0" destOrd="0" presId="urn:microsoft.com/office/officeart/2018/2/layout/IconVerticalSolidList"/>
    <dgm:cxn modelId="{3911B386-8C5E-4A84-875E-0A4CDC913245}" srcId="{F6B67D2C-729B-4A65-95EC-AD2451076DD8}" destId="{31BF0FEE-4C27-4453-9C82-2C78CD49EDA2}" srcOrd="6" destOrd="0" parTransId="{D9EDCB97-5EC5-4EF5-AF87-95F1A661B038}" sibTransId="{D0D8F87F-29C4-47DC-88FC-3FCFC93E5FF2}"/>
    <dgm:cxn modelId="{DD163699-A65C-45C5-8121-8480EF277FB5}" type="presOf" srcId="{9372BDB1-AC54-4CC7-BF61-2B1210B3AB62}" destId="{0185870F-ED6A-4877-83E0-BA1134488C5B}" srcOrd="0" destOrd="0" presId="urn:microsoft.com/office/officeart/2018/2/layout/IconVerticalSolidList"/>
    <dgm:cxn modelId="{E62193B5-6F49-4ECA-B53E-4D34CD5D33A7}" type="presOf" srcId="{F6B67D2C-729B-4A65-95EC-AD2451076DD8}" destId="{A4F92CB5-ABE7-43BC-85DA-0ED2678AC11E}" srcOrd="0" destOrd="0" presId="urn:microsoft.com/office/officeart/2018/2/layout/IconVerticalSolidList"/>
    <dgm:cxn modelId="{D659A6C3-3342-490D-81F5-8614CF56398D}" type="presOf" srcId="{31BF0FEE-4C27-4453-9C82-2C78CD49EDA2}" destId="{936AA289-4145-4C91-8DA0-BC715E9DF154}" srcOrd="0" destOrd="0" presId="urn:microsoft.com/office/officeart/2018/2/layout/IconVerticalSolidList"/>
    <dgm:cxn modelId="{5F0A71EC-F8C3-40B8-A677-D0119FA27262}" srcId="{F6B67D2C-729B-4A65-95EC-AD2451076DD8}" destId="{149CAAB9-F0E1-40A8-B6B2-2656F12A3C4A}" srcOrd="2" destOrd="0" parTransId="{4F826019-7580-43BC-B721-2F8A6892D2B4}" sibTransId="{E084633E-FDFA-480E-BA9E-FB8E15CD80CC}"/>
    <dgm:cxn modelId="{02E0E5CE-176F-42F1-831E-1012298DEB8A}" type="presParOf" srcId="{A4F92CB5-ABE7-43BC-85DA-0ED2678AC11E}" destId="{DA08751E-3F14-40CB-B045-ECD9D32904C9}" srcOrd="0" destOrd="0" presId="urn:microsoft.com/office/officeart/2018/2/layout/IconVerticalSolidList"/>
    <dgm:cxn modelId="{1A25A630-A464-4EE3-8C61-FE21C303646B}" type="presParOf" srcId="{DA08751E-3F14-40CB-B045-ECD9D32904C9}" destId="{85EEFDBB-40D0-4C85-81F9-8C6E5E2A7FAC}" srcOrd="0" destOrd="0" presId="urn:microsoft.com/office/officeart/2018/2/layout/IconVerticalSolidList"/>
    <dgm:cxn modelId="{A8C8155B-DA7C-489F-8292-AB4BB2795B15}" type="presParOf" srcId="{DA08751E-3F14-40CB-B045-ECD9D32904C9}" destId="{21DFCF88-9259-4892-B0D6-045D5356A1F7}" srcOrd="1" destOrd="0" presId="urn:microsoft.com/office/officeart/2018/2/layout/IconVerticalSolidList"/>
    <dgm:cxn modelId="{9247E271-47B2-4DF7-907A-E84AB9046DFB}" type="presParOf" srcId="{DA08751E-3F14-40CB-B045-ECD9D32904C9}" destId="{7D5CFC9C-7B69-40EC-A8BE-99447183B1A8}" srcOrd="2" destOrd="0" presId="urn:microsoft.com/office/officeart/2018/2/layout/IconVerticalSolidList"/>
    <dgm:cxn modelId="{83591501-48A9-437A-9A55-0C117CD09065}" type="presParOf" srcId="{DA08751E-3F14-40CB-B045-ECD9D32904C9}" destId="{25986D4B-E8EF-4778-8587-7A94B9386821}" srcOrd="3" destOrd="0" presId="urn:microsoft.com/office/officeart/2018/2/layout/IconVerticalSolidList"/>
    <dgm:cxn modelId="{BECC4ADA-FFF6-4145-A017-F27AF367DB52}" type="presParOf" srcId="{A4F92CB5-ABE7-43BC-85DA-0ED2678AC11E}" destId="{C69E8E0D-5667-409F-875F-81FD9865E895}" srcOrd="1" destOrd="0" presId="urn:microsoft.com/office/officeart/2018/2/layout/IconVerticalSolidList"/>
    <dgm:cxn modelId="{96F2B3D5-60FF-4767-AB1A-DF770F0943CC}" type="presParOf" srcId="{A4F92CB5-ABE7-43BC-85DA-0ED2678AC11E}" destId="{88B558DF-1C5B-46D2-9C4D-73C9E7EFB5F3}" srcOrd="2" destOrd="0" presId="urn:microsoft.com/office/officeart/2018/2/layout/IconVerticalSolidList"/>
    <dgm:cxn modelId="{1EE0515A-66E0-437A-BDAA-82DEBE106272}" type="presParOf" srcId="{88B558DF-1C5B-46D2-9C4D-73C9E7EFB5F3}" destId="{CC53B885-21A6-44C3-B1AF-68F1C0166D1C}" srcOrd="0" destOrd="0" presId="urn:microsoft.com/office/officeart/2018/2/layout/IconVerticalSolidList"/>
    <dgm:cxn modelId="{393331C2-5EB3-4872-8FDD-33E87AD84C92}" type="presParOf" srcId="{88B558DF-1C5B-46D2-9C4D-73C9E7EFB5F3}" destId="{89D00A56-C15D-4666-9676-5E04260B35C4}" srcOrd="1" destOrd="0" presId="urn:microsoft.com/office/officeart/2018/2/layout/IconVerticalSolidList"/>
    <dgm:cxn modelId="{FAE44CA5-FC0A-4955-8D81-542C50D88616}" type="presParOf" srcId="{88B558DF-1C5B-46D2-9C4D-73C9E7EFB5F3}" destId="{46BFFA8A-92DD-4BDC-9179-71BD25B806FE}" srcOrd="2" destOrd="0" presId="urn:microsoft.com/office/officeart/2018/2/layout/IconVerticalSolidList"/>
    <dgm:cxn modelId="{85007ED1-915D-4600-807D-87B0F64DE224}" type="presParOf" srcId="{88B558DF-1C5B-46D2-9C4D-73C9E7EFB5F3}" destId="{873085F6-E8C0-44E8-9CA4-36BA0376798C}" srcOrd="3" destOrd="0" presId="urn:microsoft.com/office/officeart/2018/2/layout/IconVerticalSolidList"/>
    <dgm:cxn modelId="{FD88304D-B96F-4556-B113-E328507DB74E}" type="presParOf" srcId="{A4F92CB5-ABE7-43BC-85DA-0ED2678AC11E}" destId="{90B38EDD-622C-4E8E-B5A1-5ECA2007A712}" srcOrd="3" destOrd="0" presId="urn:microsoft.com/office/officeart/2018/2/layout/IconVerticalSolidList"/>
    <dgm:cxn modelId="{CA73D170-8026-4B30-AE5D-F0E19D1EB07C}" type="presParOf" srcId="{A4F92CB5-ABE7-43BC-85DA-0ED2678AC11E}" destId="{D1A15873-2A4E-4D85-91CD-F880AE7FAAB8}" srcOrd="4" destOrd="0" presId="urn:microsoft.com/office/officeart/2018/2/layout/IconVerticalSolidList"/>
    <dgm:cxn modelId="{21BADD5D-5DA9-43B6-B915-340A056F926C}" type="presParOf" srcId="{D1A15873-2A4E-4D85-91CD-F880AE7FAAB8}" destId="{AC67B769-1F88-4F3D-9DA0-61D7A5E9592E}" srcOrd="0" destOrd="0" presId="urn:microsoft.com/office/officeart/2018/2/layout/IconVerticalSolidList"/>
    <dgm:cxn modelId="{B4102332-48E2-4079-A069-620BC7FF1F43}" type="presParOf" srcId="{D1A15873-2A4E-4D85-91CD-F880AE7FAAB8}" destId="{FBB32EF0-933E-432F-A449-79E21E96014B}" srcOrd="1" destOrd="0" presId="urn:microsoft.com/office/officeart/2018/2/layout/IconVerticalSolidList"/>
    <dgm:cxn modelId="{7FA2F77D-A568-40E0-8B99-33DEA92A7CBC}" type="presParOf" srcId="{D1A15873-2A4E-4D85-91CD-F880AE7FAAB8}" destId="{89D50AB9-7C08-4DDF-8EEA-8FFD0504174A}" srcOrd="2" destOrd="0" presId="urn:microsoft.com/office/officeart/2018/2/layout/IconVerticalSolidList"/>
    <dgm:cxn modelId="{13A91CCD-A521-4263-88AD-B96E045EEDB7}" type="presParOf" srcId="{D1A15873-2A4E-4D85-91CD-F880AE7FAAB8}" destId="{4194D5D0-EACB-4731-82C2-E4DD9976027E}" srcOrd="3" destOrd="0" presId="urn:microsoft.com/office/officeart/2018/2/layout/IconVerticalSolidList"/>
    <dgm:cxn modelId="{279A35DB-1DBD-4E52-ADE5-209625C30EDA}" type="presParOf" srcId="{A4F92CB5-ABE7-43BC-85DA-0ED2678AC11E}" destId="{2CC84054-76A7-465E-95BC-94F9B2A6BB9D}" srcOrd="5" destOrd="0" presId="urn:microsoft.com/office/officeart/2018/2/layout/IconVerticalSolidList"/>
    <dgm:cxn modelId="{582B1716-FDC5-476B-B272-629685499CA7}" type="presParOf" srcId="{A4F92CB5-ABE7-43BC-85DA-0ED2678AC11E}" destId="{B830901E-739A-4900-AE75-CB4E1AC3C886}" srcOrd="6" destOrd="0" presId="urn:microsoft.com/office/officeart/2018/2/layout/IconVerticalSolidList"/>
    <dgm:cxn modelId="{8885745A-1583-4E30-B549-89F43C065964}" type="presParOf" srcId="{B830901E-739A-4900-AE75-CB4E1AC3C886}" destId="{25578FE1-BBFF-4EAC-B316-BAB1393488A9}" srcOrd="0" destOrd="0" presId="urn:microsoft.com/office/officeart/2018/2/layout/IconVerticalSolidList"/>
    <dgm:cxn modelId="{5B68C7B8-414C-4F00-BAF2-0CEDA352AC0C}" type="presParOf" srcId="{B830901E-739A-4900-AE75-CB4E1AC3C886}" destId="{5C0F68E4-924E-4ECC-BF59-E1B39825DE12}" srcOrd="1" destOrd="0" presId="urn:microsoft.com/office/officeart/2018/2/layout/IconVerticalSolidList"/>
    <dgm:cxn modelId="{E645D4B8-D294-49A5-90D3-DCF9961BBF9B}" type="presParOf" srcId="{B830901E-739A-4900-AE75-CB4E1AC3C886}" destId="{615FFAC6-0156-4359-888B-3559C749A7A5}" srcOrd="2" destOrd="0" presId="urn:microsoft.com/office/officeart/2018/2/layout/IconVerticalSolidList"/>
    <dgm:cxn modelId="{616543A7-F7E9-4A11-9C7E-68B177FB86EF}" type="presParOf" srcId="{B830901E-739A-4900-AE75-CB4E1AC3C886}" destId="{FD2B3F4C-70B9-480C-8358-BB5F9C5B1C7A}" srcOrd="3" destOrd="0" presId="urn:microsoft.com/office/officeart/2018/2/layout/IconVerticalSolidList"/>
    <dgm:cxn modelId="{979A025D-B11E-460D-A856-9EA45552633F}" type="presParOf" srcId="{A4F92CB5-ABE7-43BC-85DA-0ED2678AC11E}" destId="{B979435F-BE00-4ED8-A363-804B20BEF593}" srcOrd="7" destOrd="0" presId="urn:microsoft.com/office/officeart/2018/2/layout/IconVerticalSolidList"/>
    <dgm:cxn modelId="{0CE7ED0F-43C1-42C8-BA5A-35BD5BD22020}" type="presParOf" srcId="{A4F92CB5-ABE7-43BC-85DA-0ED2678AC11E}" destId="{915433FB-3F71-48FA-9A35-26C736CEF6AD}" srcOrd="8" destOrd="0" presId="urn:microsoft.com/office/officeart/2018/2/layout/IconVerticalSolidList"/>
    <dgm:cxn modelId="{AB5661AA-AE2A-40BB-AB40-805D9F9D8ECA}" type="presParOf" srcId="{915433FB-3F71-48FA-9A35-26C736CEF6AD}" destId="{694A4DBF-7855-4891-BA26-E1E9E7733FBD}" srcOrd="0" destOrd="0" presId="urn:microsoft.com/office/officeart/2018/2/layout/IconVerticalSolidList"/>
    <dgm:cxn modelId="{F3E89293-DABD-4283-AE50-89453BF60851}" type="presParOf" srcId="{915433FB-3F71-48FA-9A35-26C736CEF6AD}" destId="{80653B3F-64CD-4F44-861E-47836A57196E}" srcOrd="1" destOrd="0" presId="urn:microsoft.com/office/officeart/2018/2/layout/IconVerticalSolidList"/>
    <dgm:cxn modelId="{E86CE441-6AFC-43A8-9509-8FFC52B84A0B}" type="presParOf" srcId="{915433FB-3F71-48FA-9A35-26C736CEF6AD}" destId="{4F3BCE57-96DA-442E-A5A3-B5FBDEEE808A}" srcOrd="2" destOrd="0" presId="urn:microsoft.com/office/officeart/2018/2/layout/IconVerticalSolidList"/>
    <dgm:cxn modelId="{6B1F667D-C08A-4A94-A95F-3ED5B7F02BA4}" type="presParOf" srcId="{915433FB-3F71-48FA-9A35-26C736CEF6AD}" destId="{03A4533A-802C-4CFC-9964-28348A2B1483}" srcOrd="3" destOrd="0" presId="urn:microsoft.com/office/officeart/2018/2/layout/IconVerticalSolidList"/>
    <dgm:cxn modelId="{AA637186-5AA3-4AEB-89D7-DB166C0E3036}" type="presParOf" srcId="{A4F92CB5-ABE7-43BC-85DA-0ED2678AC11E}" destId="{7EC702D3-DBF4-4D5A-BAEB-F727F9420418}" srcOrd="9" destOrd="0" presId="urn:microsoft.com/office/officeart/2018/2/layout/IconVerticalSolidList"/>
    <dgm:cxn modelId="{61D18FA9-E729-4342-8D00-67A6E624B3BE}" type="presParOf" srcId="{A4F92CB5-ABE7-43BC-85DA-0ED2678AC11E}" destId="{81A91324-4D64-473E-8699-19A9965BAD08}" srcOrd="10" destOrd="0" presId="urn:microsoft.com/office/officeart/2018/2/layout/IconVerticalSolidList"/>
    <dgm:cxn modelId="{F731E714-2D35-4185-AAFF-D83FF458CB25}" type="presParOf" srcId="{81A91324-4D64-473E-8699-19A9965BAD08}" destId="{8ADFD2B2-FADA-40C2-92A7-A7FEF25B7751}" srcOrd="0" destOrd="0" presId="urn:microsoft.com/office/officeart/2018/2/layout/IconVerticalSolidList"/>
    <dgm:cxn modelId="{23FE5DCB-432E-4FE2-B6F3-5DB3F74A7ED7}" type="presParOf" srcId="{81A91324-4D64-473E-8699-19A9965BAD08}" destId="{4CCC38E4-3380-4E8F-9E16-B77A3731A86C}" srcOrd="1" destOrd="0" presId="urn:microsoft.com/office/officeart/2018/2/layout/IconVerticalSolidList"/>
    <dgm:cxn modelId="{D45BBCE4-FC36-4D31-9610-DCEC15605D07}" type="presParOf" srcId="{81A91324-4D64-473E-8699-19A9965BAD08}" destId="{483378E7-3F95-4570-BE5C-63344AB69818}" srcOrd="2" destOrd="0" presId="urn:microsoft.com/office/officeart/2018/2/layout/IconVerticalSolidList"/>
    <dgm:cxn modelId="{BBD3BAD3-7C45-404B-BB34-33BC904E2AE7}" type="presParOf" srcId="{81A91324-4D64-473E-8699-19A9965BAD08}" destId="{0185870F-ED6A-4877-83E0-BA1134488C5B}" srcOrd="3" destOrd="0" presId="urn:microsoft.com/office/officeart/2018/2/layout/IconVerticalSolidList"/>
    <dgm:cxn modelId="{06198B3F-1477-4C04-B585-68ED76FD317C}" type="presParOf" srcId="{A4F92CB5-ABE7-43BC-85DA-0ED2678AC11E}" destId="{E61FCFA8-F499-4F8B-9907-197A8E85DAD1}" srcOrd="11" destOrd="0" presId="urn:microsoft.com/office/officeart/2018/2/layout/IconVerticalSolidList"/>
    <dgm:cxn modelId="{88D06A10-FEFE-4D53-91EE-AA68B2D517D1}" type="presParOf" srcId="{A4F92CB5-ABE7-43BC-85DA-0ED2678AC11E}" destId="{DE8A8048-FA82-4257-B699-DA5BCA14813C}" srcOrd="12" destOrd="0" presId="urn:microsoft.com/office/officeart/2018/2/layout/IconVerticalSolidList"/>
    <dgm:cxn modelId="{0284EC47-98D5-4B09-AD8C-920C10B00466}" type="presParOf" srcId="{DE8A8048-FA82-4257-B699-DA5BCA14813C}" destId="{ECD08A2E-B738-432F-BCF2-F1178B6B34AF}" srcOrd="0" destOrd="0" presId="urn:microsoft.com/office/officeart/2018/2/layout/IconVerticalSolidList"/>
    <dgm:cxn modelId="{2B16C853-4000-4318-9983-1AD441226030}" type="presParOf" srcId="{DE8A8048-FA82-4257-B699-DA5BCA14813C}" destId="{631E2480-3F40-4751-ACCA-024F20FB144B}" srcOrd="1" destOrd="0" presId="urn:microsoft.com/office/officeart/2018/2/layout/IconVerticalSolidList"/>
    <dgm:cxn modelId="{3BC8BE3A-1D38-4DBB-A6C9-836D37CC3420}" type="presParOf" srcId="{DE8A8048-FA82-4257-B699-DA5BCA14813C}" destId="{C0561624-7437-4122-9517-71E76EE5EC55}" srcOrd="2" destOrd="0" presId="urn:microsoft.com/office/officeart/2018/2/layout/IconVerticalSolidList"/>
    <dgm:cxn modelId="{DCC51A6A-73FF-4C4B-8CE6-35FE22682D00}" type="presParOf" srcId="{DE8A8048-FA82-4257-B699-DA5BCA14813C}" destId="{936AA289-4145-4C91-8DA0-BC715E9DF15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9E03F1-FB07-4962-AF63-4BED437E555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D01EBB-8C43-47C3-AFB6-E0A8230DFD02}">
      <dgm:prSet phldrT="[Text]"/>
      <dgm:spPr/>
      <dgm:t>
        <a:bodyPr/>
        <a:lstStyle/>
        <a:p>
          <a:r>
            <a:rPr lang="en-US" dirty="0"/>
            <a:t>$ git checkout –b “Branch1”</a:t>
          </a:r>
        </a:p>
      </dgm:t>
    </dgm:pt>
    <dgm:pt modelId="{89B6BB59-D610-43D3-AADB-AA1ADF0E6692}" type="parTrans" cxnId="{DA01134A-C6E4-4C8D-B86E-7AF5F78D28C9}">
      <dgm:prSet/>
      <dgm:spPr/>
      <dgm:t>
        <a:bodyPr/>
        <a:lstStyle/>
        <a:p>
          <a:endParaRPr lang="en-US"/>
        </a:p>
      </dgm:t>
    </dgm:pt>
    <dgm:pt modelId="{161A225C-5193-4345-AD4D-4AEC49091869}" type="sibTrans" cxnId="{DA01134A-C6E4-4C8D-B86E-7AF5F78D28C9}">
      <dgm:prSet/>
      <dgm:spPr/>
      <dgm:t>
        <a:bodyPr/>
        <a:lstStyle/>
        <a:p>
          <a:endParaRPr lang="en-US"/>
        </a:p>
      </dgm:t>
    </dgm:pt>
    <dgm:pt modelId="{1EF82D30-B9F0-4D60-BFFA-E5264BE9A218}">
      <dgm:prSet phldrT="[Text]"/>
      <dgm:spPr/>
      <dgm:t>
        <a:bodyPr/>
        <a:lstStyle/>
        <a:p>
          <a:r>
            <a:rPr lang="en-US" dirty="0"/>
            <a:t>Create a new branch called </a:t>
          </a:r>
          <a:r>
            <a:rPr lang="en-US" i="1" dirty="0"/>
            <a:t>Branch1</a:t>
          </a:r>
          <a:r>
            <a:rPr lang="en-US" dirty="0"/>
            <a:t>.</a:t>
          </a:r>
        </a:p>
      </dgm:t>
    </dgm:pt>
    <dgm:pt modelId="{0BC8D24F-DBBC-4D8A-A53A-4B774178136F}" type="parTrans" cxnId="{42C2F7AC-079F-4BA2-9678-77DA40CAA572}">
      <dgm:prSet/>
      <dgm:spPr/>
      <dgm:t>
        <a:bodyPr/>
        <a:lstStyle/>
        <a:p>
          <a:endParaRPr lang="en-US"/>
        </a:p>
      </dgm:t>
    </dgm:pt>
    <dgm:pt modelId="{3E9061EE-A3E8-4464-B0C5-0DC8183D74BC}" type="sibTrans" cxnId="{42C2F7AC-079F-4BA2-9678-77DA40CAA572}">
      <dgm:prSet/>
      <dgm:spPr/>
      <dgm:t>
        <a:bodyPr/>
        <a:lstStyle/>
        <a:p>
          <a:endParaRPr lang="en-US"/>
        </a:p>
      </dgm:t>
    </dgm:pt>
    <dgm:pt modelId="{574C5AD3-602B-4D0F-B57F-FB4DD75F4890}">
      <dgm:prSet phldrT="[Text]"/>
      <dgm:spPr/>
      <dgm:t>
        <a:bodyPr/>
        <a:lstStyle/>
        <a:p>
          <a:r>
            <a:rPr lang="en-US" dirty="0"/>
            <a:t>Then switch to that branch. </a:t>
          </a:r>
        </a:p>
      </dgm:t>
    </dgm:pt>
    <dgm:pt modelId="{A213DFD9-6AE1-495F-8E7F-F28CAE162574}" type="parTrans" cxnId="{57A234EC-F917-4375-AA96-9D6E698A9DC8}">
      <dgm:prSet/>
      <dgm:spPr/>
      <dgm:t>
        <a:bodyPr/>
        <a:lstStyle/>
        <a:p>
          <a:endParaRPr lang="en-US"/>
        </a:p>
      </dgm:t>
    </dgm:pt>
    <dgm:pt modelId="{3C642B06-E174-40CE-A441-AEB5BC17A3EB}" type="sibTrans" cxnId="{57A234EC-F917-4375-AA96-9D6E698A9DC8}">
      <dgm:prSet/>
      <dgm:spPr/>
      <dgm:t>
        <a:bodyPr/>
        <a:lstStyle/>
        <a:p>
          <a:endParaRPr lang="en-US"/>
        </a:p>
      </dgm:t>
    </dgm:pt>
    <dgm:pt modelId="{0F0F3A6F-C8FC-446E-BA64-F6919893DFE1}">
      <dgm:prSet phldrT="[Text]"/>
      <dgm:spPr/>
      <dgm:t>
        <a:bodyPr/>
        <a:lstStyle/>
        <a:p>
          <a:r>
            <a:rPr lang="en-US" dirty="0"/>
            <a:t>Now when you add files and commit it will be to this new branch. </a:t>
          </a:r>
        </a:p>
      </dgm:t>
    </dgm:pt>
    <dgm:pt modelId="{A4407A8B-2DDD-403D-8CB9-C74DFAA94834}" type="parTrans" cxnId="{A0565099-043F-4CA4-BD47-E49447AA66D2}">
      <dgm:prSet/>
      <dgm:spPr/>
      <dgm:t>
        <a:bodyPr/>
        <a:lstStyle/>
        <a:p>
          <a:endParaRPr lang="en-US"/>
        </a:p>
      </dgm:t>
    </dgm:pt>
    <dgm:pt modelId="{72A62BA1-5383-47BE-B5E9-DCF7D27B30FB}" type="sibTrans" cxnId="{A0565099-043F-4CA4-BD47-E49447AA66D2}">
      <dgm:prSet/>
      <dgm:spPr/>
      <dgm:t>
        <a:bodyPr/>
        <a:lstStyle/>
        <a:p>
          <a:endParaRPr lang="en-US"/>
        </a:p>
      </dgm:t>
    </dgm:pt>
    <dgm:pt modelId="{9CAD43A0-10F1-4BF9-BA29-DABCDAA979DB}">
      <dgm:prSet phldrT="[Text]"/>
      <dgm:spPr/>
      <dgm:t>
        <a:bodyPr/>
        <a:lstStyle/>
        <a:p>
          <a:r>
            <a:rPr lang="en-US" dirty="0"/>
            <a:t>Shorthand for</a:t>
          </a:r>
        </a:p>
      </dgm:t>
    </dgm:pt>
    <dgm:pt modelId="{DA59FBB6-DBA4-4AA2-BA38-52B5AAD824F4}" type="parTrans" cxnId="{015E1A03-EDFC-451E-B5F8-1C0C89457CC4}">
      <dgm:prSet/>
      <dgm:spPr/>
      <dgm:t>
        <a:bodyPr/>
        <a:lstStyle/>
        <a:p>
          <a:endParaRPr lang="en-US"/>
        </a:p>
      </dgm:t>
    </dgm:pt>
    <dgm:pt modelId="{6614FED3-6730-4321-8F81-1A5D9CB1BC30}" type="sibTrans" cxnId="{015E1A03-EDFC-451E-B5F8-1C0C89457CC4}">
      <dgm:prSet/>
      <dgm:spPr/>
      <dgm:t>
        <a:bodyPr/>
        <a:lstStyle/>
        <a:p>
          <a:endParaRPr lang="en-US"/>
        </a:p>
      </dgm:t>
    </dgm:pt>
    <dgm:pt modelId="{F5A0E36F-7586-4BB5-B5FA-B30BA46F8128}">
      <dgm:prSet phldrT="[Text]"/>
      <dgm:spPr/>
      <dgm:t>
        <a:bodyPr/>
        <a:lstStyle/>
        <a:p>
          <a:r>
            <a:rPr lang="en-US" dirty="0"/>
            <a:t>git checkout “Branch1”</a:t>
          </a:r>
        </a:p>
      </dgm:t>
    </dgm:pt>
    <dgm:pt modelId="{1A26C4F9-7C84-4693-9E81-C82690AC9976}" type="parTrans" cxnId="{2F1DF50D-F091-4743-992C-D6340887896E}">
      <dgm:prSet/>
      <dgm:spPr/>
      <dgm:t>
        <a:bodyPr/>
        <a:lstStyle/>
        <a:p>
          <a:endParaRPr lang="en-US"/>
        </a:p>
      </dgm:t>
    </dgm:pt>
    <dgm:pt modelId="{ED5EBC4D-C94F-426D-9F9B-6B25CA25B778}" type="sibTrans" cxnId="{2F1DF50D-F091-4743-992C-D6340887896E}">
      <dgm:prSet/>
      <dgm:spPr/>
      <dgm:t>
        <a:bodyPr/>
        <a:lstStyle/>
        <a:p>
          <a:endParaRPr lang="en-US"/>
        </a:p>
      </dgm:t>
    </dgm:pt>
    <dgm:pt modelId="{0DEB0E1B-51B8-45D1-95AF-59B386964FB5}">
      <dgm:prSet phldrT="[Text]"/>
      <dgm:spPr/>
      <dgm:t>
        <a:bodyPr/>
        <a:lstStyle/>
        <a:p>
          <a:r>
            <a:rPr lang="en-US" dirty="0"/>
            <a:t>git branch “Branch1”</a:t>
          </a:r>
        </a:p>
      </dgm:t>
    </dgm:pt>
    <dgm:pt modelId="{4A669C86-0140-4E47-87BB-09E7DFD6BF62}" type="parTrans" cxnId="{92A933C6-3B14-45DB-9B55-AC695BFD9948}">
      <dgm:prSet/>
      <dgm:spPr/>
      <dgm:t>
        <a:bodyPr/>
        <a:lstStyle/>
        <a:p>
          <a:endParaRPr lang="en-US"/>
        </a:p>
      </dgm:t>
    </dgm:pt>
    <dgm:pt modelId="{2F670BF8-84E9-4DC8-B388-BC8B0B07D89B}" type="sibTrans" cxnId="{92A933C6-3B14-45DB-9B55-AC695BFD9948}">
      <dgm:prSet/>
      <dgm:spPr/>
      <dgm:t>
        <a:bodyPr/>
        <a:lstStyle/>
        <a:p>
          <a:endParaRPr lang="en-US"/>
        </a:p>
      </dgm:t>
    </dgm:pt>
    <dgm:pt modelId="{CBA6C345-1F08-419B-8E39-D135B4B2D9D7}" type="pres">
      <dgm:prSet presAssocID="{E79E03F1-FB07-4962-AF63-4BED437E555F}" presName="linear" presStyleCnt="0">
        <dgm:presLayoutVars>
          <dgm:animLvl val="lvl"/>
          <dgm:resizeHandles val="exact"/>
        </dgm:presLayoutVars>
      </dgm:prSet>
      <dgm:spPr/>
    </dgm:pt>
    <dgm:pt modelId="{E000AA8E-A15D-4A5B-AEAD-9BCEBBBBEC86}" type="pres">
      <dgm:prSet presAssocID="{9AD01EBB-8C43-47C3-AFB6-E0A8230DFD02}" presName="parentText" presStyleLbl="node1" presStyleIdx="0" presStyleCnt="1" custLinFactNeighborY="-4104">
        <dgm:presLayoutVars>
          <dgm:chMax val="0"/>
          <dgm:bulletEnabled val="1"/>
        </dgm:presLayoutVars>
      </dgm:prSet>
      <dgm:spPr/>
    </dgm:pt>
    <dgm:pt modelId="{0B02D171-70D1-4938-8D68-A6465FCF183B}" type="pres">
      <dgm:prSet presAssocID="{9AD01EBB-8C43-47C3-AFB6-E0A8230DFD02}" presName="childText" presStyleLbl="revTx" presStyleIdx="0" presStyleCnt="1" custScaleY="132787">
        <dgm:presLayoutVars>
          <dgm:bulletEnabled val="1"/>
        </dgm:presLayoutVars>
      </dgm:prSet>
      <dgm:spPr/>
    </dgm:pt>
  </dgm:ptLst>
  <dgm:cxnLst>
    <dgm:cxn modelId="{015E1A03-EDFC-451E-B5F8-1C0C89457CC4}" srcId="{9AD01EBB-8C43-47C3-AFB6-E0A8230DFD02}" destId="{9CAD43A0-10F1-4BF9-BA29-DABCDAA979DB}" srcOrd="3" destOrd="0" parTransId="{DA59FBB6-DBA4-4AA2-BA38-52B5AAD824F4}" sibTransId="{6614FED3-6730-4321-8F81-1A5D9CB1BC30}"/>
    <dgm:cxn modelId="{2F1DF50D-F091-4743-992C-D6340887896E}" srcId="{9CAD43A0-10F1-4BF9-BA29-DABCDAA979DB}" destId="{F5A0E36F-7586-4BB5-B5FA-B30BA46F8128}" srcOrd="1" destOrd="0" parTransId="{1A26C4F9-7C84-4693-9E81-C82690AC9976}" sibTransId="{ED5EBC4D-C94F-426D-9F9B-6B25CA25B778}"/>
    <dgm:cxn modelId="{F6867160-6AFA-4121-8054-2EDF2712CD8E}" type="presOf" srcId="{E79E03F1-FB07-4962-AF63-4BED437E555F}" destId="{CBA6C345-1F08-419B-8E39-D135B4B2D9D7}" srcOrd="0" destOrd="0" presId="urn:microsoft.com/office/officeart/2005/8/layout/vList2"/>
    <dgm:cxn modelId="{11CF6563-9267-468A-A22A-5AADF1E77A4A}" type="presOf" srcId="{0F0F3A6F-C8FC-446E-BA64-F6919893DFE1}" destId="{0B02D171-70D1-4938-8D68-A6465FCF183B}" srcOrd="0" destOrd="2" presId="urn:microsoft.com/office/officeart/2005/8/layout/vList2"/>
    <dgm:cxn modelId="{DA01134A-C6E4-4C8D-B86E-7AF5F78D28C9}" srcId="{E79E03F1-FB07-4962-AF63-4BED437E555F}" destId="{9AD01EBB-8C43-47C3-AFB6-E0A8230DFD02}" srcOrd="0" destOrd="0" parTransId="{89B6BB59-D610-43D3-AADB-AA1ADF0E6692}" sibTransId="{161A225C-5193-4345-AD4D-4AEC49091869}"/>
    <dgm:cxn modelId="{ACBBBE4C-DFB4-4CAC-8ECC-C820B4417F5E}" type="presOf" srcId="{574C5AD3-602B-4D0F-B57F-FB4DD75F4890}" destId="{0B02D171-70D1-4938-8D68-A6465FCF183B}" srcOrd="0" destOrd="1" presId="urn:microsoft.com/office/officeart/2005/8/layout/vList2"/>
    <dgm:cxn modelId="{7420C492-28A7-4042-A467-98BB00CD1BEF}" type="presOf" srcId="{9AD01EBB-8C43-47C3-AFB6-E0A8230DFD02}" destId="{E000AA8E-A15D-4A5B-AEAD-9BCEBBBBEC86}" srcOrd="0" destOrd="0" presId="urn:microsoft.com/office/officeart/2005/8/layout/vList2"/>
    <dgm:cxn modelId="{A0565099-043F-4CA4-BD47-E49447AA66D2}" srcId="{9AD01EBB-8C43-47C3-AFB6-E0A8230DFD02}" destId="{0F0F3A6F-C8FC-446E-BA64-F6919893DFE1}" srcOrd="2" destOrd="0" parTransId="{A4407A8B-2DDD-403D-8CB9-C74DFAA94834}" sibTransId="{72A62BA1-5383-47BE-B5E9-DCF7D27B30FB}"/>
    <dgm:cxn modelId="{5ECECEAA-C58F-4A91-A648-3E05E58283EE}" type="presOf" srcId="{9CAD43A0-10F1-4BF9-BA29-DABCDAA979DB}" destId="{0B02D171-70D1-4938-8D68-A6465FCF183B}" srcOrd="0" destOrd="3" presId="urn:microsoft.com/office/officeart/2005/8/layout/vList2"/>
    <dgm:cxn modelId="{42C2F7AC-079F-4BA2-9678-77DA40CAA572}" srcId="{9AD01EBB-8C43-47C3-AFB6-E0A8230DFD02}" destId="{1EF82D30-B9F0-4D60-BFFA-E5264BE9A218}" srcOrd="0" destOrd="0" parTransId="{0BC8D24F-DBBC-4D8A-A53A-4B774178136F}" sibTransId="{3E9061EE-A3E8-4464-B0C5-0DC8183D74BC}"/>
    <dgm:cxn modelId="{92A933C6-3B14-45DB-9B55-AC695BFD9948}" srcId="{9CAD43A0-10F1-4BF9-BA29-DABCDAA979DB}" destId="{0DEB0E1B-51B8-45D1-95AF-59B386964FB5}" srcOrd="0" destOrd="0" parTransId="{4A669C86-0140-4E47-87BB-09E7DFD6BF62}" sibTransId="{2F670BF8-84E9-4DC8-B388-BC8B0B07D89B}"/>
    <dgm:cxn modelId="{8E9316D3-5C18-4E55-8388-B8EC5C010661}" type="presOf" srcId="{0DEB0E1B-51B8-45D1-95AF-59B386964FB5}" destId="{0B02D171-70D1-4938-8D68-A6465FCF183B}" srcOrd="0" destOrd="4" presId="urn:microsoft.com/office/officeart/2005/8/layout/vList2"/>
    <dgm:cxn modelId="{721397D8-9CD3-48EB-8240-B3C4AC9A2664}" type="presOf" srcId="{F5A0E36F-7586-4BB5-B5FA-B30BA46F8128}" destId="{0B02D171-70D1-4938-8D68-A6465FCF183B}" srcOrd="0" destOrd="5" presId="urn:microsoft.com/office/officeart/2005/8/layout/vList2"/>
    <dgm:cxn modelId="{57A234EC-F917-4375-AA96-9D6E698A9DC8}" srcId="{9AD01EBB-8C43-47C3-AFB6-E0A8230DFD02}" destId="{574C5AD3-602B-4D0F-B57F-FB4DD75F4890}" srcOrd="1" destOrd="0" parTransId="{A213DFD9-6AE1-495F-8E7F-F28CAE162574}" sibTransId="{3C642B06-E174-40CE-A441-AEB5BC17A3EB}"/>
    <dgm:cxn modelId="{A40F9FF3-7343-4497-B464-9C01268A1E03}" type="presOf" srcId="{1EF82D30-B9F0-4D60-BFFA-E5264BE9A218}" destId="{0B02D171-70D1-4938-8D68-A6465FCF183B}" srcOrd="0" destOrd="0" presId="urn:microsoft.com/office/officeart/2005/8/layout/vList2"/>
    <dgm:cxn modelId="{2C904538-5800-45FA-AFE9-EBFB0B5C13DA}" type="presParOf" srcId="{CBA6C345-1F08-419B-8E39-D135B4B2D9D7}" destId="{E000AA8E-A15D-4A5B-AEAD-9BCEBBBBEC86}" srcOrd="0" destOrd="0" presId="urn:microsoft.com/office/officeart/2005/8/layout/vList2"/>
    <dgm:cxn modelId="{7CEF9BEF-690E-4124-89EE-65408553A1E9}" type="presParOf" srcId="{CBA6C345-1F08-419B-8E39-D135B4B2D9D7}" destId="{0B02D171-70D1-4938-8D68-A6465FCF183B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79E03F1-FB07-4962-AF63-4BED437E555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D01EBB-8C43-47C3-AFB6-E0A8230DFD02}">
      <dgm:prSet phldrT="[Text]"/>
      <dgm:spPr/>
      <dgm:t>
        <a:bodyPr/>
        <a:lstStyle/>
        <a:p>
          <a:r>
            <a:rPr lang="en-US" dirty="0"/>
            <a:t>$ git checkout main</a:t>
          </a:r>
        </a:p>
        <a:p>
          <a:r>
            <a:rPr lang="en-US" dirty="0"/>
            <a:t>$ git merge Branch1</a:t>
          </a:r>
        </a:p>
      </dgm:t>
    </dgm:pt>
    <dgm:pt modelId="{89B6BB59-D610-43D3-AADB-AA1ADF0E6692}" type="parTrans" cxnId="{DA01134A-C6E4-4C8D-B86E-7AF5F78D28C9}">
      <dgm:prSet/>
      <dgm:spPr/>
      <dgm:t>
        <a:bodyPr/>
        <a:lstStyle/>
        <a:p>
          <a:endParaRPr lang="en-US"/>
        </a:p>
      </dgm:t>
    </dgm:pt>
    <dgm:pt modelId="{161A225C-5193-4345-AD4D-4AEC49091869}" type="sibTrans" cxnId="{DA01134A-C6E4-4C8D-B86E-7AF5F78D28C9}">
      <dgm:prSet/>
      <dgm:spPr/>
      <dgm:t>
        <a:bodyPr/>
        <a:lstStyle/>
        <a:p>
          <a:endParaRPr lang="en-US"/>
        </a:p>
      </dgm:t>
    </dgm:pt>
    <dgm:pt modelId="{1EF82D30-B9F0-4D60-BFFA-E5264BE9A218}">
      <dgm:prSet phldrT="[Text]"/>
      <dgm:spPr/>
      <dgm:t>
        <a:bodyPr/>
        <a:lstStyle/>
        <a:p>
          <a:r>
            <a:rPr lang="en-US" dirty="0"/>
            <a:t>To merge </a:t>
          </a:r>
          <a:r>
            <a:rPr lang="en-US" i="1" dirty="0"/>
            <a:t>Branch1 into main</a:t>
          </a:r>
          <a:endParaRPr lang="en-US" dirty="0"/>
        </a:p>
      </dgm:t>
    </dgm:pt>
    <dgm:pt modelId="{0BC8D24F-DBBC-4D8A-A53A-4B774178136F}" type="parTrans" cxnId="{42C2F7AC-079F-4BA2-9678-77DA40CAA572}">
      <dgm:prSet/>
      <dgm:spPr/>
      <dgm:t>
        <a:bodyPr/>
        <a:lstStyle/>
        <a:p>
          <a:endParaRPr lang="en-US"/>
        </a:p>
      </dgm:t>
    </dgm:pt>
    <dgm:pt modelId="{3E9061EE-A3E8-4464-B0C5-0DC8183D74BC}" type="sibTrans" cxnId="{42C2F7AC-079F-4BA2-9678-77DA40CAA572}">
      <dgm:prSet/>
      <dgm:spPr/>
      <dgm:t>
        <a:bodyPr/>
        <a:lstStyle/>
        <a:p>
          <a:endParaRPr lang="en-US"/>
        </a:p>
      </dgm:t>
    </dgm:pt>
    <dgm:pt modelId="{574C5AD3-602B-4D0F-B57F-FB4DD75F4890}">
      <dgm:prSet phldrT="[Text]"/>
      <dgm:spPr/>
      <dgm:t>
        <a:bodyPr/>
        <a:lstStyle/>
        <a:p>
          <a:r>
            <a:rPr lang="en-US" dirty="0"/>
            <a:t>Switch from any other branch to main. </a:t>
          </a:r>
        </a:p>
      </dgm:t>
    </dgm:pt>
    <dgm:pt modelId="{A213DFD9-6AE1-495F-8E7F-F28CAE162574}" type="parTrans" cxnId="{57A234EC-F917-4375-AA96-9D6E698A9DC8}">
      <dgm:prSet/>
      <dgm:spPr/>
      <dgm:t>
        <a:bodyPr/>
        <a:lstStyle/>
        <a:p>
          <a:endParaRPr lang="en-US"/>
        </a:p>
      </dgm:t>
    </dgm:pt>
    <dgm:pt modelId="{3C642B06-E174-40CE-A441-AEB5BC17A3EB}" type="sibTrans" cxnId="{57A234EC-F917-4375-AA96-9D6E698A9DC8}">
      <dgm:prSet/>
      <dgm:spPr/>
      <dgm:t>
        <a:bodyPr/>
        <a:lstStyle/>
        <a:p>
          <a:endParaRPr lang="en-US"/>
        </a:p>
      </dgm:t>
    </dgm:pt>
    <dgm:pt modelId="{55D0A95D-8589-41B7-B101-0BDD06B7F7A2}">
      <dgm:prSet phldrT="[Text]"/>
      <dgm:spPr/>
      <dgm:t>
        <a:bodyPr/>
        <a:lstStyle/>
        <a:p>
          <a:r>
            <a:rPr lang="en-US" dirty="0"/>
            <a:t>Call git merge from main siting the other branch</a:t>
          </a:r>
        </a:p>
      </dgm:t>
    </dgm:pt>
    <dgm:pt modelId="{E4CDA13A-30C3-4A0A-BBCA-38FBA2D4D776}" type="parTrans" cxnId="{92AD3E47-9C38-4150-87A0-834858095714}">
      <dgm:prSet/>
      <dgm:spPr/>
      <dgm:t>
        <a:bodyPr/>
        <a:lstStyle/>
        <a:p>
          <a:endParaRPr lang="en-US"/>
        </a:p>
      </dgm:t>
    </dgm:pt>
    <dgm:pt modelId="{BE39B148-ED09-42B7-B8ED-7705749D1E92}" type="sibTrans" cxnId="{92AD3E47-9C38-4150-87A0-834858095714}">
      <dgm:prSet/>
      <dgm:spPr/>
      <dgm:t>
        <a:bodyPr/>
        <a:lstStyle/>
        <a:p>
          <a:endParaRPr lang="en-US"/>
        </a:p>
      </dgm:t>
    </dgm:pt>
    <dgm:pt modelId="{EB956256-1E01-43AB-839B-E7AE9621952B}">
      <dgm:prSet phldrT="[Text]"/>
      <dgm:spPr/>
      <dgm:t>
        <a:bodyPr/>
        <a:lstStyle/>
        <a:p>
          <a:r>
            <a:rPr lang="en-US" dirty="0"/>
            <a:t>Possibly resolve </a:t>
          </a:r>
          <a:r>
            <a:rPr lang="en-US" i="1" dirty="0"/>
            <a:t>merge conflicts</a:t>
          </a:r>
          <a:endParaRPr lang="en-US" dirty="0"/>
        </a:p>
      </dgm:t>
    </dgm:pt>
    <dgm:pt modelId="{D17B83CD-875F-4DB5-BB4C-09672126B4A4}" type="parTrans" cxnId="{3F28D27F-5C0A-4719-AB2C-97F8B03CF55D}">
      <dgm:prSet/>
      <dgm:spPr/>
      <dgm:t>
        <a:bodyPr/>
        <a:lstStyle/>
        <a:p>
          <a:endParaRPr lang="en-US"/>
        </a:p>
      </dgm:t>
    </dgm:pt>
    <dgm:pt modelId="{EC82D1E7-63B5-4253-BFB8-0EA60723019F}" type="sibTrans" cxnId="{3F28D27F-5C0A-4719-AB2C-97F8B03CF55D}">
      <dgm:prSet/>
      <dgm:spPr/>
      <dgm:t>
        <a:bodyPr/>
        <a:lstStyle/>
        <a:p>
          <a:endParaRPr lang="en-US"/>
        </a:p>
      </dgm:t>
    </dgm:pt>
    <dgm:pt modelId="{CBA6C345-1F08-419B-8E39-D135B4B2D9D7}" type="pres">
      <dgm:prSet presAssocID="{E79E03F1-FB07-4962-AF63-4BED437E555F}" presName="linear" presStyleCnt="0">
        <dgm:presLayoutVars>
          <dgm:animLvl val="lvl"/>
          <dgm:resizeHandles val="exact"/>
        </dgm:presLayoutVars>
      </dgm:prSet>
      <dgm:spPr/>
    </dgm:pt>
    <dgm:pt modelId="{E000AA8E-A15D-4A5B-AEAD-9BCEBBBBEC86}" type="pres">
      <dgm:prSet presAssocID="{9AD01EBB-8C43-47C3-AFB6-E0A8230DFD02}" presName="parentText" presStyleLbl="node1" presStyleIdx="0" presStyleCnt="1" custLinFactNeighborX="-7" custLinFactNeighborY="-4864">
        <dgm:presLayoutVars>
          <dgm:chMax val="0"/>
          <dgm:bulletEnabled val="1"/>
        </dgm:presLayoutVars>
      </dgm:prSet>
      <dgm:spPr/>
    </dgm:pt>
    <dgm:pt modelId="{0B02D171-70D1-4938-8D68-A6465FCF183B}" type="pres">
      <dgm:prSet presAssocID="{9AD01EBB-8C43-47C3-AFB6-E0A8230DFD02}" presName="childText" presStyleLbl="revTx" presStyleIdx="0" presStyleCnt="1" custScaleY="132787">
        <dgm:presLayoutVars>
          <dgm:bulletEnabled val="1"/>
        </dgm:presLayoutVars>
      </dgm:prSet>
      <dgm:spPr/>
    </dgm:pt>
  </dgm:ptLst>
  <dgm:cxnLst>
    <dgm:cxn modelId="{F6867160-6AFA-4121-8054-2EDF2712CD8E}" type="presOf" srcId="{E79E03F1-FB07-4962-AF63-4BED437E555F}" destId="{CBA6C345-1F08-419B-8E39-D135B4B2D9D7}" srcOrd="0" destOrd="0" presId="urn:microsoft.com/office/officeart/2005/8/layout/vList2"/>
    <dgm:cxn modelId="{92AD3E47-9C38-4150-87A0-834858095714}" srcId="{9AD01EBB-8C43-47C3-AFB6-E0A8230DFD02}" destId="{55D0A95D-8589-41B7-B101-0BDD06B7F7A2}" srcOrd="2" destOrd="0" parTransId="{E4CDA13A-30C3-4A0A-BBCA-38FBA2D4D776}" sibTransId="{BE39B148-ED09-42B7-B8ED-7705749D1E92}"/>
    <dgm:cxn modelId="{DA01134A-C6E4-4C8D-B86E-7AF5F78D28C9}" srcId="{E79E03F1-FB07-4962-AF63-4BED437E555F}" destId="{9AD01EBB-8C43-47C3-AFB6-E0A8230DFD02}" srcOrd="0" destOrd="0" parTransId="{89B6BB59-D610-43D3-AADB-AA1ADF0E6692}" sibTransId="{161A225C-5193-4345-AD4D-4AEC49091869}"/>
    <dgm:cxn modelId="{ACBBBE4C-DFB4-4CAC-8ECC-C820B4417F5E}" type="presOf" srcId="{574C5AD3-602B-4D0F-B57F-FB4DD75F4890}" destId="{0B02D171-70D1-4938-8D68-A6465FCF183B}" srcOrd="0" destOrd="1" presId="urn:microsoft.com/office/officeart/2005/8/layout/vList2"/>
    <dgm:cxn modelId="{3F28D27F-5C0A-4719-AB2C-97F8B03CF55D}" srcId="{9AD01EBB-8C43-47C3-AFB6-E0A8230DFD02}" destId="{EB956256-1E01-43AB-839B-E7AE9621952B}" srcOrd="3" destOrd="0" parTransId="{D17B83CD-875F-4DB5-BB4C-09672126B4A4}" sibTransId="{EC82D1E7-63B5-4253-BFB8-0EA60723019F}"/>
    <dgm:cxn modelId="{7420C492-28A7-4042-A467-98BB00CD1BEF}" type="presOf" srcId="{9AD01EBB-8C43-47C3-AFB6-E0A8230DFD02}" destId="{E000AA8E-A15D-4A5B-AEAD-9BCEBBBBEC86}" srcOrd="0" destOrd="0" presId="urn:microsoft.com/office/officeart/2005/8/layout/vList2"/>
    <dgm:cxn modelId="{42C2F7AC-079F-4BA2-9678-77DA40CAA572}" srcId="{9AD01EBB-8C43-47C3-AFB6-E0A8230DFD02}" destId="{1EF82D30-B9F0-4D60-BFFA-E5264BE9A218}" srcOrd="0" destOrd="0" parTransId="{0BC8D24F-DBBC-4D8A-A53A-4B774178136F}" sibTransId="{3E9061EE-A3E8-4464-B0C5-0DC8183D74BC}"/>
    <dgm:cxn modelId="{8F6033B1-E36D-4864-B1BC-97BC7A86A57D}" type="presOf" srcId="{EB956256-1E01-43AB-839B-E7AE9621952B}" destId="{0B02D171-70D1-4938-8D68-A6465FCF183B}" srcOrd="0" destOrd="3" presId="urn:microsoft.com/office/officeart/2005/8/layout/vList2"/>
    <dgm:cxn modelId="{57A234EC-F917-4375-AA96-9D6E698A9DC8}" srcId="{9AD01EBB-8C43-47C3-AFB6-E0A8230DFD02}" destId="{574C5AD3-602B-4D0F-B57F-FB4DD75F4890}" srcOrd="1" destOrd="0" parTransId="{A213DFD9-6AE1-495F-8E7F-F28CAE162574}" sibTransId="{3C642B06-E174-40CE-A441-AEB5BC17A3EB}"/>
    <dgm:cxn modelId="{775F46F3-5496-49FE-A4AB-9089D25D416A}" type="presOf" srcId="{55D0A95D-8589-41B7-B101-0BDD06B7F7A2}" destId="{0B02D171-70D1-4938-8D68-A6465FCF183B}" srcOrd="0" destOrd="2" presId="urn:microsoft.com/office/officeart/2005/8/layout/vList2"/>
    <dgm:cxn modelId="{A40F9FF3-7343-4497-B464-9C01268A1E03}" type="presOf" srcId="{1EF82D30-B9F0-4D60-BFFA-E5264BE9A218}" destId="{0B02D171-70D1-4938-8D68-A6465FCF183B}" srcOrd="0" destOrd="0" presId="urn:microsoft.com/office/officeart/2005/8/layout/vList2"/>
    <dgm:cxn modelId="{2C904538-5800-45FA-AFE9-EBFB0B5C13DA}" type="presParOf" srcId="{CBA6C345-1F08-419B-8E39-D135B4B2D9D7}" destId="{E000AA8E-A15D-4A5B-AEAD-9BCEBBBBEC86}" srcOrd="0" destOrd="0" presId="urn:microsoft.com/office/officeart/2005/8/layout/vList2"/>
    <dgm:cxn modelId="{7CEF9BEF-690E-4124-89EE-65408553A1E9}" type="presParOf" srcId="{CBA6C345-1F08-419B-8E39-D135B4B2D9D7}" destId="{0B02D171-70D1-4938-8D68-A6465FCF183B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EEFDBB-40D0-4C85-81F9-8C6E5E2A7FAC}">
      <dsp:nvSpPr>
        <dsp:cNvPr id="0" name=""/>
        <dsp:cNvSpPr/>
      </dsp:nvSpPr>
      <dsp:spPr>
        <a:xfrm>
          <a:off x="0" y="386"/>
          <a:ext cx="8383980" cy="5323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DFCF88-9259-4892-B0D6-045D5356A1F7}">
      <dsp:nvSpPr>
        <dsp:cNvPr id="0" name=""/>
        <dsp:cNvSpPr/>
      </dsp:nvSpPr>
      <dsp:spPr>
        <a:xfrm>
          <a:off x="161043" y="120171"/>
          <a:ext cx="292806" cy="2928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986D4B-E8EF-4778-8587-7A94B9386821}">
      <dsp:nvSpPr>
        <dsp:cNvPr id="0" name=""/>
        <dsp:cNvSpPr/>
      </dsp:nvSpPr>
      <dsp:spPr>
        <a:xfrm>
          <a:off x="614893" y="386"/>
          <a:ext cx="7769086" cy="532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343" tIns="56343" rIns="56343" bIns="5634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Create Remote repository</a:t>
          </a:r>
        </a:p>
      </dsp:txBody>
      <dsp:txXfrm>
        <a:off x="614893" y="386"/>
        <a:ext cx="7769086" cy="532375"/>
      </dsp:txXfrm>
    </dsp:sp>
    <dsp:sp modelId="{CC53B885-21A6-44C3-B1AF-68F1C0166D1C}">
      <dsp:nvSpPr>
        <dsp:cNvPr id="0" name=""/>
        <dsp:cNvSpPr/>
      </dsp:nvSpPr>
      <dsp:spPr>
        <a:xfrm>
          <a:off x="0" y="665855"/>
          <a:ext cx="8383980" cy="5323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D00A56-C15D-4666-9676-5E04260B35C4}">
      <dsp:nvSpPr>
        <dsp:cNvPr id="0" name=""/>
        <dsp:cNvSpPr/>
      </dsp:nvSpPr>
      <dsp:spPr>
        <a:xfrm>
          <a:off x="161043" y="785640"/>
          <a:ext cx="292806" cy="2928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3085F6-E8C0-44E8-9CA4-36BA0376798C}">
      <dsp:nvSpPr>
        <dsp:cNvPr id="0" name=""/>
        <dsp:cNvSpPr/>
      </dsp:nvSpPr>
      <dsp:spPr>
        <a:xfrm>
          <a:off x="614893" y="665855"/>
          <a:ext cx="7769086" cy="532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343" tIns="56343" rIns="56343" bIns="5634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Clone Local Repository </a:t>
          </a:r>
        </a:p>
      </dsp:txBody>
      <dsp:txXfrm>
        <a:off x="614893" y="665855"/>
        <a:ext cx="7769086" cy="532375"/>
      </dsp:txXfrm>
    </dsp:sp>
    <dsp:sp modelId="{AC67B769-1F88-4F3D-9DA0-61D7A5E9592E}">
      <dsp:nvSpPr>
        <dsp:cNvPr id="0" name=""/>
        <dsp:cNvSpPr/>
      </dsp:nvSpPr>
      <dsp:spPr>
        <a:xfrm>
          <a:off x="0" y="1331324"/>
          <a:ext cx="8383980" cy="5323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B32EF0-933E-432F-A449-79E21E96014B}">
      <dsp:nvSpPr>
        <dsp:cNvPr id="0" name=""/>
        <dsp:cNvSpPr/>
      </dsp:nvSpPr>
      <dsp:spPr>
        <a:xfrm>
          <a:off x="161043" y="1451109"/>
          <a:ext cx="292806" cy="2928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94D5D0-EACB-4731-82C2-E4DD9976027E}">
      <dsp:nvSpPr>
        <dsp:cNvPr id="0" name=""/>
        <dsp:cNvSpPr/>
      </dsp:nvSpPr>
      <dsp:spPr>
        <a:xfrm>
          <a:off x="614893" y="1331324"/>
          <a:ext cx="7769086" cy="532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343" tIns="56343" rIns="56343" bIns="5634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Create/Edit file(s) in local repository</a:t>
          </a:r>
        </a:p>
      </dsp:txBody>
      <dsp:txXfrm>
        <a:off x="614893" y="1331324"/>
        <a:ext cx="7769086" cy="532375"/>
      </dsp:txXfrm>
    </dsp:sp>
    <dsp:sp modelId="{25578FE1-BBFF-4EAC-B316-BAB1393488A9}">
      <dsp:nvSpPr>
        <dsp:cNvPr id="0" name=""/>
        <dsp:cNvSpPr/>
      </dsp:nvSpPr>
      <dsp:spPr>
        <a:xfrm>
          <a:off x="0" y="1996793"/>
          <a:ext cx="8383980" cy="5323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0F68E4-924E-4ECC-BF59-E1B39825DE12}">
      <dsp:nvSpPr>
        <dsp:cNvPr id="0" name=""/>
        <dsp:cNvSpPr/>
      </dsp:nvSpPr>
      <dsp:spPr>
        <a:xfrm>
          <a:off x="161043" y="2116578"/>
          <a:ext cx="292806" cy="2928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2B3F4C-70B9-480C-8358-BB5F9C5B1C7A}">
      <dsp:nvSpPr>
        <dsp:cNvPr id="0" name=""/>
        <dsp:cNvSpPr/>
      </dsp:nvSpPr>
      <dsp:spPr>
        <a:xfrm>
          <a:off x="614893" y="1996793"/>
          <a:ext cx="7769086" cy="532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343" tIns="56343" rIns="56343" bIns="5634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Stage file for commit </a:t>
          </a:r>
        </a:p>
      </dsp:txBody>
      <dsp:txXfrm>
        <a:off x="614893" y="1996793"/>
        <a:ext cx="7769086" cy="532375"/>
      </dsp:txXfrm>
    </dsp:sp>
    <dsp:sp modelId="{694A4DBF-7855-4891-BA26-E1E9E7733FBD}">
      <dsp:nvSpPr>
        <dsp:cNvPr id="0" name=""/>
        <dsp:cNvSpPr/>
      </dsp:nvSpPr>
      <dsp:spPr>
        <a:xfrm>
          <a:off x="0" y="2662262"/>
          <a:ext cx="8383980" cy="5323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653B3F-64CD-4F44-861E-47836A57196E}">
      <dsp:nvSpPr>
        <dsp:cNvPr id="0" name=""/>
        <dsp:cNvSpPr/>
      </dsp:nvSpPr>
      <dsp:spPr>
        <a:xfrm>
          <a:off x="161043" y="2782047"/>
          <a:ext cx="292806" cy="2928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A4533A-802C-4CFC-9964-28348A2B1483}">
      <dsp:nvSpPr>
        <dsp:cNvPr id="0" name=""/>
        <dsp:cNvSpPr/>
      </dsp:nvSpPr>
      <dsp:spPr>
        <a:xfrm>
          <a:off x="614893" y="2662262"/>
          <a:ext cx="7769086" cy="532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343" tIns="56343" rIns="56343" bIns="5634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Commit (add a comment with your commit)</a:t>
          </a:r>
          <a:r>
            <a:rPr lang="en-US" sz="1600" kern="1200" dirty="0">
              <a:latin typeface="Arial" panose="020B0604020202020204"/>
            </a:rPr>
            <a:t> </a:t>
          </a:r>
        </a:p>
      </dsp:txBody>
      <dsp:txXfrm>
        <a:off x="614893" y="2662262"/>
        <a:ext cx="7769086" cy="532375"/>
      </dsp:txXfrm>
    </dsp:sp>
    <dsp:sp modelId="{8ADFD2B2-FADA-40C2-92A7-A7FEF25B7751}">
      <dsp:nvSpPr>
        <dsp:cNvPr id="0" name=""/>
        <dsp:cNvSpPr/>
      </dsp:nvSpPr>
      <dsp:spPr>
        <a:xfrm>
          <a:off x="0" y="3327731"/>
          <a:ext cx="8383980" cy="5323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CC38E4-3380-4E8F-9E16-B77A3731A86C}">
      <dsp:nvSpPr>
        <dsp:cNvPr id="0" name=""/>
        <dsp:cNvSpPr/>
      </dsp:nvSpPr>
      <dsp:spPr>
        <a:xfrm>
          <a:off x="161043" y="3447516"/>
          <a:ext cx="292806" cy="2928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85870F-ED6A-4877-83E0-BA1134488C5B}">
      <dsp:nvSpPr>
        <dsp:cNvPr id="0" name=""/>
        <dsp:cNvSpPr/>
      </dsp:nvSpPr>
      <dsp:spPr>
        <a:xfrm>
          <a:off x="614893" y="3327731"/>
          <a:ext cx="7769086" cy="532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343" tIns="56343" rIns="56343" bIns="5634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Pull</a:t>
          </a:r>
        </a:p>
      </dsp:txBody>
      <dsp:txXfrm>
        <a:off x="614893" y="3327731"/>
        <a:ext cx="7769086" cy="532375"/>
      </dsp:txXfrm>
    </dsp:sp>
    <dsp:sp modelId="{ECD08A2E-B738-432F-BCF2-F1178B6B34AF}">
      <dsp:nvSpPr>
        <dsp:cNvPr id="0" name=""/>
        <dsp:cNvSpPr/>
      </dsp:nvSpPr>
      <dsp:spPr>
        <a:xfrm>
          <a:off x="0" y="3993587"/>
          <a:ext cx="8383980" cy="5323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1E2480-3F40-4751-ACCA-024F20FB144B}">
      <dsp:nvSpPr>
        <dsp:cNvPr id="0" name=""/>
        <dsp:cNvSpPr/>
      </dsp:nvSpPr>
      <dsp:spPr>
        <a:xfrm>
          <a:off x="161043" y="4112985"/>
          <a:ext cx="292806" cy="2928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6AA289-4145-4C91-8DA0-BC715E9DF154}">
      <dsp:nvSpPr>
        <dsp:cNvPr id="0" name=""/>
        <dsp:cNvSpPr/>
      </dsp:nvSpPr>
      <dsp:spPr>
        <a:xfrm>
          <a:off x="614893" y="3993201"/>
          <a:ext cx="7769086" cy="532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343" tIns="56343" rIns="56343" bIns="5634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/>
            </a:rPr>
            <a:t>Push</a:t>
          </a:r>
          <a:endParaRPr lang="en-US" sz="1600" kern="1200" dirty="0"/>
        </a:p>
      </dsp:txBody>
      <dsp:txXfrm>
        <a:off x="614893" y="3993201"/>
        <a:ext cx="7769086" cy="5323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00AA8E-A15D-4A5B-AEAD-9BCEBBBBEC86}">
      <dsp:nvSpPr>
        <dsp:cNvPr id="0" name=""/>
        <dsp:cNvSpPr/>
      </dsp:nvSpPr>
      <dsp:spPr>
        <a:xfrm>
          <a:off x="0" y="0"/>
          <a:ext cx="8385175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$ git checkout –b “Branch1”</a:t>
          </a:r>
        </a:p>
      </dsp:txBody>
      <dsp:txXfrm>
        <a:off x="39980" y="39980"/>
        <a:ext cx="8305215" cy="739039"/>
      </dsp:txXfrm>
    </dsp:sp>
    <dsp:sp modelId="{0B02D171-70D1-4938-8D68-A6465FCF183B}">
      <dsp:nvSpPr>
        <dsp:cNvPr id="0" name=""/>
        <dsp:cNvSpPr/>
      </dsp:nvSpPr>
      <dsp:spPr>
        <a:xfrm>
          <a:off x="0" y="878601"/>
          <a:ext cx="8385175" cy="3944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29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Create a new branch called </a:t>
          </a:r>
          <a:r>
            <a:rPr lang="en-US" sz="2700" i="1" kern="1200" dirty="0"/>
            <a:t>Branch1</a:t>
          </a:r>
          <a:r>
            <a:rPr lang="en-US" sz="2700" kern="1200" dirty="0"/>
            <a:t>.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Then switch to that branch. 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Now when you add files and commit it will be to this new branch. 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Shorthand for</a:t>
          </a:r>
        </a:p>
        <a:p>
          <a:pPr marL="457200" lvl="2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git branch “Branch1”</a:t>
          </a:r>
        </a:p>
        <a:p>
          <a:pPr marL="457200" lvl="2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git checkout “Branch1”</a:t>
          </a:r>
        </a:p>
      </dsp:txBody>
      <dsp:txXfrm>
        <a:off x="0" y="878601"/>
        <a:ext cx="8385175" cy="39443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00AA8E-A15D-4A5B-AEAD-9BCEBBBBEC86}">
      <dsp:nvSpPr>
        <dsp:cNvPr id="0" name=""/>
        <dsp:cNvSpPr/>
      </dsp:nvSpPr>
      <dsp:spPr>
        <a:xfrm>
          <a:off x="0" y="0"/>
          <a:ext cx="8385175" cy="16883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$ git checkout main</a:t>
          </a:r>
        </a:p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$ git merge Branch1</a:t>
          </a:r>
        </a:p>
      </dsp:txBody>
      <dsp:txXfrm>
        <a:off x="82417" y="82417"/>
        <a:ext cx="8220341" cy="1523476"/>
      </dsp:txXfrm>
    </dsp:sp>
    <dsp:sp modelId="{0B02D171-70D1-4938-8D68-A6465FCF183B}">
      <dsp:nvSpPr>
        <dsp:cNvPr id="0" name=""/>
        <dsp:cNvSpPr/>
      </dsp:nvSpPr>
      <dsp:spPr>
        <a:xfrm>
          <a:off x="0" y="1731057"/>
          <a:ext cx="8385175" cy="3108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29" tIns="49530" rIns="277368" bIns="495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 dirty="0"/>
            <a:t>To merge </a:t>
          </a:r>
          <a:r>
            <a:rPr lang="en-US" sz="3000" i="1" kern="1200" dirty="0"/>
            <a:t>Branch1 into main</a:t>
          </a:r>
          <a:endParaRPr lang="en-US" sz="3000" kern="1200" dirty="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 dirty="0"/>
            <a:t>Switch from any other branch to main. 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 dirty="0"/>
            <a:t>Call git merge from main siting the other branch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 dirty="0"/>
            <a:t>Possibly resolve </a:t>
          </a:r>
          <a:r>
            <a:rPr lang="en-US" sz="3000" i="1" kern="1200" dirty="0"/>
            <a:t>merge conflicts</a:t>
          </a:r>
          <a:endParaRPr lang="en-US" sz="3000" kern="1200" dirty="0"/>
        </a:p>
      </dsp:txBody>
      <dsp:txXfrm>
        <a:off x="0" y="1731057"/>
        <a:ext cx="8385175" cy="31087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1E336-FA77-4937-9F43-09B79C1702B9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3CEE16-B673-4D07-B4A7-401FE2B4F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787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D2DC7-3F0A-4899-A812-183445288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6176" y="320634"/>
            <a:ext cx="7282849" cy="2543545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Collaboration with GIT</a:t>
            </a:r>
          </a:p>
        </p:txBody>
      </p:sp>
    </p:spTree>
    <p:extLst>
      <p:ext uri="{BB962C8B-B14F-4D97-AF65-F5344CB8AC3E}">
        <p14:creationId xmlns:p14="http://schemas.microsoft.com/office/powerpoint/2010/main" val="3178709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ACC56-451C-4EB2-9FC6-3A6E9FFE7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Control Systems (VCS)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9D6E7-EF03-4454-807A-189C92950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7"/>
            <a:ext cx="8383980" cy="524739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Version Control Systems </a:t>
            </a:r>
            <a:r>
              <a:rPr lang="en-US" dirty="0"/>
              <a:t>(VCS) are tools used to track and manage changes to code over time.</a:t>
            </a:r>
          </a:p>
          <a:p>
            <a:r>
              <a:rPr lang="en-US" dirty="0"/>
              <a:t>VCS store snapshots of your project code, allowing you to revert, compare, and merge changes efficiently.</a:t>
            </a:r>
          </a:p>
          <a:p>
            <a:pPr lvl="1"/>
            <a:r>
              <a:rPr lang="en-US" b="1" dirty="0"/>
              <a:t>Merge</a:t>
            </a:r>
            <a:r>
              <a:rPr lang="en-US" dirty="0"/>
              <a:t>: combining changes from different branches</a:t>
            </a:r>
          </a:p>
          <a:p>
            <a:r>
              <a:rPr lang="en-US" b="1" dirty="0"/>
              <a:t>Centralized VCS</a:t>
            </a:r>
            <a:r>
              <a:rPr lang="en-US" dirty="0"/>
              <a:t>: A single server holds the repository, all users connect to it.</a:t>
            </a:r>
          </a:p>
          <a:p>
            <a:pPr lvl="1"/>
            <a:r>
              <a:rPr lang="en-US" dirty="0"/>
              <a:t>Ex: Apache Subversion, Perforce Helix Core</a:t>
            </a:r>
          </a:p>
          <a:p>
            <a:r>
              <a:rPr lang="en-US" b="1" dirty="0"/>
              <a:t>Distributed VCS</a:t>
            </a:r>
            <a:r>
              <a:rPr lang="en-US" dirty="0"/>
              <a:t>: Each user has a full copy of the repository, changes are shared via push/pull</a:t>
            </a:r>
          </a:p>
          <a:p>
            <a:pPr lvl="1"/>
            <a:r>
              <a:rPr lang="en-US" dirty="0"/>
              <a:t>Ex: Git (GitHub, GitLab, Bitbucket)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AFFB2-BAAD-44CF-A7DC-F6B89E6B8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530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215C1-F4E0-EC19-2678-B753A15FD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53617-F7D5-7BA5-4888-C9D9612DF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CD6CE-77C6-6588-2567-9EA1D182D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Distributed Version control tool</a:t>
            </a:r>
          </a:p>
          <a:p>
            <a:pPr lvl="1"/>
            <a:r>
              <a:rPr lang="en-US" dirty="0"/>
              <a:t>A </a:t>
            </a:r>
            <a:r>
              <a:rPr lang="en-US" b="1" i="1" dirty="0"/>
              <a:t>Distributed</a:t>
            </a:r>
            <a:r>
              <a:rPr lang="en-US" dirty="0"/>
              <a:t> Version Control tool means that the entire codebase and history of a project is available to everyone who is part of the project in their own </a:t>
            </a:r>
            <a:r>
              <a:rPr lang="en-US" b="1" dirty="0"/>
              <a:t>local repository</a:t>
            </a:r>
            <a:r>
              <a:rPr lang="en-US" dirty="0"/>
              <a:t>.</a:t>
            </a:r>
          </a:p>
          <a:p>
            <a:r>
              <a:rPr lang="en-US" dirty="0"/>
              <a:t>This allows for…</a:t>
            </a:r>
          </a:p>
          <a:p>
            <a:pPr lvl="1"/>
            <a:r>
              <a:rPr lang="en-US" dirty="0"/>
              <a:t>safer collaboration between teams</a:t>
            </a:r>
          </a:p>
          <a:p>
            <a:pPr lvl="1"/>
            <a:r>
              <a:rPr lang="en-US" dirty="0"/>
              <a:t>More reliability (you don’t need to access to the remote repository at all times – but can sync changes when available)</a:t>
            </a:r>
          </a:p>
          <a:p>
            <a:r>
              <a:rPr lang="en-US" dirty="0"/>
              <a:t>Many different hosting tools for git-based repositories.</a:t>
            </a:r>
          </a:p>
          <a:p>
            <a:pPr lvl="1"/>
            <a:r>
              <a:rPr lang="en-US" dirty="0" err="1"/>
              <a:t>github</a:t>
            </a:r>
            <a:r>
              <a:rPr lang="en-US" dirty="0"/>
              <a:t>, </a:t>
            </a:r>
            <a:r>
              <a:rPr lang="en-US" dirty="0" err="1"/>
              <a:t>gitlab</a:t>
            </a:r>
            <a:r>
              <a:rPr lang="en-US" dirty="0"/>
              <a:t> etc. </a:t>
            </a:r>
          </a:p>
          <a:p>
            <a:r>
              <a:rPr lang="en-US" dirty="0"/>
              <a:t>git is the underlying software that these platforms rely on, but </a:t>
            </a:r>
            <a:r>
              <a:rPr lang="en-US" i="1" dirty="0"/>
              <a:t>it is not the platform itself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400D9-4CA7-77A1-7B9F-C069BEF6B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392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BEC7C-E15F-9F5A-0FE8-06E2348CD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0A81E-7A0F-A53C-5F18-747060BF5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728F9-2B63-8CDC-73A5-22840B8C8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Working Directory</a:t>
            </a:r>
            <a:r>
              <a:rPr lang="en-US" dirty="0"/>
              <a:t>: The files you are actively working on. These are normal files on your filesystem.</a:t>
            </a:r>
          </a:p>
          <a:p>
            <a:r>
              <a:rPr lang="en-US" b="1" dirty="0"/>
              <a:t>Staging Area</a:t>
            </a:r>
            <a:r>
              <a:rPr lang="en-US" dirty="0"/>
              <a:t>: A binary file called the Git index that git stores a hash of a file’s contents</a:t>
            </a:r>
          </a:p>
          <a:p>
            <a:r>
              <a:rPr lang="en-US" b="1" dirty="0"/>
              <a:t>Local Repository</a:t>
            </a:r>
            <a:r>
              <a:rPr lang="en-US" dirty="0"/>
              <a:t>: A database that lives inside of the ‘.git’ folder in your file system. Git manages the file contents including directory structure, and commits here.</a:t>
            </a:r>
          </a:p>
          <a:p>
            <a:r>
              <a:rPr lang="en-US" b="1" dirty="0"/>
              <a:t>Remote Repository</a:t>
            </a:r>
            <a:r>
              <a:rPr lang="en-US" dirty="0"/>
              <a:t>: Same as the Local Repo, but remotely stored. Git does not work “in” the remote repo – it is used to coordinate commit history variance among collaborators on a project.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4E1EF-4FB3-A211-AF61-1D7C7DE33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03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38F2D-CF5F-E25F-0E23-E5BC8163E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288FA-9098-D167-EBAD-23913C3EF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Git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A29AF-EE71-CE6D-B5EC-DBF7F09CF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91F169C-4729-92D1-EAA6-023CE0CC42D7}"/>
              </a:ext>
            </a:extLst>
          </p:cNvPr>
          <p:cNvGrpSpPr/>
          <p:nvPr/>
        </p:nvGrpSpPr>
        <p:grpSpPr>
          <a:xfrm>
            <a:off x="214266" y="1294253"/>
            <a:ext cx="5867357" cy="2535875"/>
            <a:chOff x="214266" y="1294253"/>
            <a:chExt cx="5867357" cy="2535875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0FED3B2-6FE1-A10A-E35D-4EF91541490F}"/>
                </a:ext>
              </a:extLst>
            </p:cNvPr>
            <p:cNvSpPr/>
            <p:nvPr/>
          </p:nvSpPr>
          <p:spPr>
            <a:xfrm>
              <a:off x="214266" y="1294253"/>
              <a:ext cx="5867357" cy="253587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Developer 1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4F65918F-D15B-0391-A873-965EC63684D9}"/>
                </a:ext>
              </a:extLst>
            </p:cNvPr>
            <p:cNvSpPr/>
            <p:nvPr/>
          </p:nvSpPr>
          <p:spPr>
            <a:xfrm>
              <a:off x="2295074" y="1742535"/>
              <a:ext cx="1703264" cy="323489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Staging Area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2CEFEA1-5475-7779-ED44-D6F18DB817A9}"/>
                </a:ext>
              </a:extLst>
            </p:cNvPr>
            <p:cNvSpPr/>
            <p:nvPr/>
          </p:nvSpPr>
          <p:spPr>
            <a:xfrm>
              <a:off x="4210136" y="1742535"/>
              <a:ext cx="1703265" cy="32348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Local Repo</a:t>
              </a: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9F4FEF1F-F542-8333-3223-03EDA590A124}"/>
                </a:ext>
              </a:extLst>
            </p:cNvPr>
            <p:cNvGrpSpPr/>
            <p:nvPr/>
          </p:nvGrpSpPr>
          <p:grpSpPr>
            <a:xfrm>
              <a:off x="380009" y="1742535"/>
              <a:ext cx="1703265" cy="1816946"/>
              <a:chOff x="380009" y="1742535"/>
              <a:chExt cx="1703265" cy="1816946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74115D18-6127-0A71-2529-69D80288BC68}"/>
                  </a:ext>
                </a:extLst>
              </p:cNvPr>
              <p:cNvSpPr/>
              <p:nvPr/>
            </p:nvSpPr>
            <p:spPr>
              <a:xfrm>
                <a:off x="380009" y="1742535"/>
                <a:ext cx="1703265" cy="323489"/>
              </a:xfrm>
              <a:prstGeom prst="round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Working Directory</a:t>
                </a: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C481DE54-1720-3357-45CB-0469E3928AC0}"/>
                  </a:ext>
                </a:extLst>
              </p:cNvPr>
              <p:cNvCxnSpPr>
                <a:cxnSpLocks/>
                <a:stCxn id="7" idx="2"/>
              </p:cNvCxnSpPr>
              <p:nvPr/>
            </p:nvCxnSpPr>
            <p:spPr>
              <a:xfrm>
                <a:off x="1231642" y="2066024"/>
                <a:ext cx="0" cy="1493457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113D837-F650-85EE-AABD-D922D4B73FF8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3146706" y="2066024"/>
              <a:ext cx="0" cy="149345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39FB7FE-2DEE-B5D7-7BC4-2893967710DF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 flipH="1">
              <a:off x="5061768" y="2066024"/>
              <a:ext cx="1" cy="150502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F486C96-C719-7959-7C91-C1E46436E30D}"/>
              </a:ext>
            </a:extLst>
          </p:cNvPr>
          <p:cNvGrpSpPr/>
          <p:nvPr/>
        </p:nvGrpSpPr>
        <p:grpSpPr>
          <a:xfrm>
            <a:off x="6602681" y="1431985"/>
            <a:ext cx="1751162" cy="5003321"/>
            <a:chOff x="6602681" y="1431985"/>
            <a:chExt cx="1751162" cy="500332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2070EF5-9FA4-C1E5-1633-126EB5E29B3C}"/>
                </a:ext>
              </a:extLst>
            </p:cNvPr>
            <p:cNvSpPr/>
            <p:nvPr/>
          </p:nvSpPr>
          <p:spPr>
            <a:xfrm>
              <a:off x="6602681" y="1431985"/>
              <a:ext cx="1751162" cy="422694"/>
            </a:xfrm>
            <a:prstGeom prst="round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Remote Repo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925B946-C599-025A-9282-BFD91D835035}"/>
                </a:ext>
              </a:extLst>
            </p:cNvPr>
            <p:cNvCxnSpPr>
              <a:cxnSpLocks/>
            </p:cNvCxnSpPr>
            <p:nvPr/>
          </p:nvCxnSpPr>
          <p:spPr>
            <a:xfrm>
              <a:off x="7478262" y="1854678"/>
              <a:ext cx="0" cy="458062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3C7B2EF4-6196-807E-D89C-D3D11DFC0CB0}"/>
              </a:ext>
            </a:extLst>
          </p:cNvPr>
          <p:cNvSpPr/>
          <p:nvPr/>
        </p:nvSpPr>
        <p:spPr>
          <a:xfrm>
            <a:off x="1245203" y="2130009"/>
            <a:ext cx="1893249" cy="3234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git add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A62BF29D-702A-2317-A0B8-A4298C66DAFC}"/>
              </a:ext>
            </a:extLst>
          </p:cNvPr>
          <p:cNvSpPr/>
          <p:nvPr/>
        </p:nvSpPr>
        <p:spPr>
          <a:xfrm>
            <a:off x="3163524" y="2126417"/>
            <a:ext cx="1880618" cy="3234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git commit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939C3E11-CABB-56AB-81CC-8608A445E62F}"/>
              </a:ext>
            </a:extLst>
          </p:cNvPr>
          <p:cNvSpPr/>
          <p:nvPr/>
        </p:nvSpPr>
        <p:spPr>
          <a:xfrm>
            <a:off x="5078275" y="2117868"/>
            <a:ext cx="2386671" cy="3234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git push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9FAF7F33-037E-F999-EF91-57EE05AA3489}"/>
              </a:ext>
            </a:extLst>
          </p:cNvPr>
          <p:cNvSpPr/>
          <p:nvPr/>
        </p:nvSpPr>
        <p:spPr>
          <a:xfrm flipH="1">
            <a:off x="5078274" y="2490376"/>
            <a:ext cx="2366501" cy="3234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git pull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48DA4DEE-9399-1364-2BF8-AD5FC9BDBFBB}"/>
              </a:ext>
            </a:extLst>
          </p:cNvPr>
          <p:cNvSpPr/>
          <p:nvPr/>
        </p:nvSpPr>
        <p:spPr>
          <a:xfrm flipH="1">
            <a:off x="1245018" y="2677212"/>
            <a:ext cx="3790686" cy="3234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git checkout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88715BD1-0B91-DF02-0042-DF2786BC6442}"/>
              </a:ext>
            </a:extLst>
          </p:cNvPr>
          <p:cNvSpPr/>
          <p:nvPr/>
        </p:nvSpPr>
        <p:spPr>
          <a:xfrm flipH="1">
            <a:off x="1236169" y="3062670"/>
            <a:ext cx="3816787" cy="3234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git merge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CC79C4D3-5487-A09A-66FB-31E7FF96150E}"/>
              </a:ext>
            </a:extLst>
          </p:cNvPr>
          <p:cNvGrpSpPr/>
          <p:nvPr/>
        </p:nvGrpSpPr>
        <p:grpSpPr>
          <a:xfrm>
            <a:off x="213027" y="4042913"/>
            <a:ext cx="7250680" cy="2535875"/>
            <a:chOff x="213027" y="4042913"/>
            <a:chExt cx="7250680" cy="2535875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C7F3188-9AB1-E039-522F-56A5027BB3C0}"/>
                </a:ext>
              </a:extLst>
            </p:cNvPr>
            <p:cNvSpPr/>
            <p:nvPr/>
          </p:nvSpPr>
          <p:spPr>
            <a:xfrm>
              <a:off x="213027" y="4042913"/>
              <a:ext cx="5867357" cy="253587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Developer 2</a:t>
              </a: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1418A690-E210-7FB1-008F-A2A552D156AF}"/>
                </a:ext>
              </a:extLst>
            </p:cNvPr>
            <p:cNvSpPr/>
            <p:nvPr/>
          </p:nvSpPr>
          <p:spPr>
            <a:xfrm>
              <a:off x="378770" y="4491195"/>
              <a:ext cx="1703265" cy="323489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Working Directory</a:t>
              </a:r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7D0400A6-55AF-BF04-43D5-2053AA499953}"/>
                </a:ext>
              </a:extLst>
            </p:cNvPr>
            <p:cNvSpPr/>
            <p:nvPr/>
          </p:nvSpPr>
          <p:spPr>
            <a:xfrm>
              <a:off x="2293835" y="4491195"/>
              <a:ext cx="1703264" cy="323489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Staging Area</a:t>
              </a:r>
            </a:p>
          </p:txBody>
        </p: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3999CAF0-4833-B9C8-D4D0-C6A43B7D45BF}"/>
                </a:ext>
              </a:extLst>
            </p:cNvPr>
            <p:cNvSpPr/>
            <p:nvPr/>
          </p:nvSpPr>
          <p:spPr>
            <a:xfrm>
              <a:off x="4208897" y="4491195"/>
              <a:ext cx="1703265" cy="32348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Local Repo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6743C88-AA83-1F0F-5E4A-A3867D40B6DA}"/>
                </a:ext>
              </a:extLst>
            </p:cNvPr>
            <p:cNvCxnSpPr>
              <a:cxnSpLocks/>
              <a:stCxn id="67" idx="2"/>
            </p:cNvCxnSpPr>
            <p:nvPr/>
          </p:nvCxnSpPr>
          <p:spPr>
            <a:xfrm>
              <a:off x="1230403" y="4814684"/>
              <a:ext cx="0" cy="149345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998B85A0-E148-EC5E-176A-63AEB08B3D24}"/>
                </a:ext>
              </a:extLst>
            </p:cNvPr>
            <p:cNvCxnSpPr>
              <a:cxnSpLocks/>
              <a:stCxn id="68" idx="2"/>
            </p:cNvCxnSpPr>
            <p:nvPr/>
          </p:nvCxnSpPr>
          <p:spPr>
            <a:xfrm>
              <a:off x="3145467" y="4814684"/>
              <a:ext cx="0" cy="1493457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140FE7F1-A641-A11A-492C-ED60F53F9F23}"/>
                </a:ext>
              </a:extLst>
            </p:cNvPr>
            <p:cNvCxnSpPr>
              <a:cxnSpLocks/>
              <a:stCxn id="69" idx="2"/>
            </p:cNvCxnSpPr>
            <p:nvPr/>
          </p:nvCxnSpPr>
          <p:spPr>
            <a:xfrm flipH="1">
              <a:off x="5060529" y="4814684"/>
              <a:ext cx="1" cy="150502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Arrow: Right 72">
              <a:extLst>
                <a:ext uri="{FF2B5EF4-FFF2-40B4-BE49-F238E27FC236}">
                  <a16:creationId xmlns:a16="http://schemas.microsoft.com/office/drawing/2014/main" id="{273456B4-7751-C406-BD7B-0893D1A776F3}"/>
                </a:ext>
              </a:extLst>
            </p:cNvPr>
            <p:cNvSpPr/>
            <p:nvPr/>
          </p:nvSpPr>
          <p:spPr>
            <a:xfrm>
              <a:off x="1243964" y="4878669"/>
              <a:ext cx="1893249" cy="323489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git add</a:t>
              </a:r>
            </a:p>
          </p:txBody>
        </p:sp>
        <p:sp>
          <p:nvSpPr>
            <p:cNvPr id="74" name="Arrow: Right 73">
              <a:extLst>
                <a:ext uri="{FF2B5EF4-FFF2-40B4-BE49-F238E27FC236}">
                  <a16:creationId xmlns:a16="http://schemas.microsoft.com/office/drawing/2014/main" id="{701C3F40-CAB4-C500-9FA6-13EBD63163CC}"/>
                </a:ext>
              </a:extLst>
            </p:cNvPr>
            <p:cNvSpPr/>
            <p:nvPr/>
          </p:nvSpPr>
          <p:spPr>
            <a:xfrm>
              <a:off x="3162285" y="4875077"/>
              <a:ext cx="1880618" cy="323489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git commit</a:t>
              </a:r>
            </a:p>
          </p:txBody>
        </p:sp>
        <p:sp>
          <p:nvSpPr>
            <p:cNvPr id="75" name="Arrow: Right 74">
              <a:extLst>
                <a:ext uri="{FF2B5EF4-FFF2-40B4-BE49-F238E27FC236}">
                  <a16:creationId xmlns:a16="http://schemas.microsoft.com/office/drawing/2014/main" id="{D9647F35-E27B-1184-8CB4-9B8550DFB5E8}"/>
                </a:ext>
              </a:extLst>
            </p:cNvPr>
            <p:cNvSpPr/>
            <p:nvPr/>
          </p:nvSpPr>
          <p:spPr>
            <a:xfrm>
              <a:off x="5077036" y="4866528"/>
              <a:ext cx="2386671" cy="323489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git push</a:t>
              </a:r>
            </a:p>
          </p:txBody>
        </p:sp>
        <p:sp>
          <p:nvSpPr>
            <p:cNvPr id="76" name="Arrow: Right 75">
              <a:extLst>
                <a:ext uri="{FF2B5EF4-FFF2-40B4-BE49-F238E27FC236}">
                  <a16:creationId xmlns:a16="http://schemas.microsoft.com/office/drawing/2014/main" id="{82874416-7580-F5B7-BCC6-712BEDBECC0B}"/>
                </a:ext>
              </a:extLst>
            </p:cNvPr>
            <p:cNvSpPr/>
            <p:nvPr/>
          </p:nvSpPr>
          <p:spPr>
            <a:xfrm flipH="1">
              <a:off x="5077035" y="5239036"/>
              <a:ext cx="2366501" cy="323489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git pull</a:t>
              </a:r>
            </a:p>
          </p:txBody>
        </p:sp>
        <p:sp>
          <p:nvSpPr>
            <p:cNvPr id="77" name="Arrow: Right 76">
              <a:extLst>
                <a:ext uri="{FF2B5EF4-FFF2-40B4-BE49-F238E27FC236}">
                  <a16:creationId xmlns:a16="http://schemas.microsoft.com/office/drawing/2014/main" id="{35A43FE1-1EA2-5CAC-DC16-BC40F6F2132B}"/>
                </a:ext>
              </a:extLst>
            </p:cNvPr>
            <p:cNvSpPr/>
            <p:nvPr/>
          </p:nvSpPr>
          <p:spPr>
            <a:xfrm flipH="1">
              <a:off x="1243779" y="5425872"/>
              <a:ext cx="3790686" cy="323489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git checkout</a:t>
              </a:r>
            </a:p>
          </p:txBody>
        </p:sp>
        <p:sp>
          <p:nvSpPr>
            <p:cNvPr id="78" name="Arrow: Right 77">
              <a:extLst>
                <a:ext uri="{FF2B5EF4-FFF2-40B4-BE49-F238E27FC236}">
                  <a16:creationId xmlns:a16="http://schemas.microsoft.com/office/drawing/2014/main" id="{98D1DE68-77BE-CD95-FDC6-C71E74E49E1B}"/>
                </a:ext>
              </a:extLst>
            </p:cNvPr>
            <p:cNvSpPr/>
            <p:nvPr/>
          </p:nvSpPr>
          <p:spPr>
            <a:xfrm flipH="1">
              <a:off x="1234930" y="5811330"/>
              <a:ext cx="3816787" cy="323489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git merge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7646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0EFAD-8CA0-425C-B6C5-A1B3E961E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27B37-1ED6-4390-AC3B-795F3C31B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3" name="Content Placeholder 4" descr="Diagram, schematic&#10;&#10;Description automatically generated">
            <a:extLst>
              <a:ext uri="{FF2B5EF4-FFF2-40B4-BE49-F238E27FC236}">
                <a16:creationId xmlns:a16="http://schemas.microsoft.com/office/drawing/2014/main" id="{C88F3F6F-B397-4628-8FCC-82FA0D4D7C44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2000" y="1247775"/>
            <a:ext cx="7620000" cy="436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7041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3394B-26E6-4335-9043-D53DF6C73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</p:spPr>
        <p:txBody>
          <a:bodyPr anchor="ctr">
            <a:normAutofit/>
          </a:bodyPr>
          <a:lstStyle/>
          <a:p>
            <a:r>
              <a:rPr lang="en-US" dirty="0"/>
              <a:t>Git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CF088-DAD3-4C7C-89D5-6A8411F71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22757" y="6363712"/>
            <a:ext cx="86167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6728BC2-ACA3-447C-A909-F3F49211C066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152BDC2-D330-483B-BEB5-A98C12E69F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2242754"/>
              </p:ext>
            </p:extLst>
          </p:nvPr>
        </p:nvGraphicFramePr>
        <p:xfrm>
          <a:off x="380010" y="1481446"/>
          <a:ext cx="838398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1942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89A6F-9A7A-452F-ACA1-9DD97767B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A409-B925-41FA-A0CF-E8694A963FFB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$ git clone </a:t>
            </a:r>
            <a:r>
              <a:rPr lang="en-US" i="1" dirty="0" err="1"/>
              <a:t>url</a:t>
            </a:r>
            <a:r>
              <a:rPr lang="en-US" i="1" dirty="0"/>
              <a:t> </a:t>
            </a:r>
          </a:p>
          <a:p>
            <a:pPr marL="0" indent="0">
              <a:buNone/>
            </a:pPr>
            <a:r>
              <a:rPr lang="en-US" dirty="0"/>
              <a:t>$ cd </a:t>
            </a:r>
            <a:r>
              <a:rPr lang="en-US" i="1" dirty="0" err="1"/>
              <a:t>newdirectory</a:t>
            </a:r>
            <a:r>
              <a:rPr lang="en-US" i="1" dirty="0"/>
              <a:t> 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…code is written and saved in this folder…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$ git add .</a:t>
            </a:r>
          </a:p>
          <a:p>
            <a:pPr marL="0" indent="0">
              <a:buNone/>
            </a:pPr>
            <a:r>
              <a:rPr lang="en-US" dirty="0"/>
              <a:t>$ git commit –m “description of work completed”</a:t>
            </a:r>
          </a:p>
          <a:p>
            <a:pPr marL="0" indent="0">
              <a:buNone/>
            </a:pPr>
            <a:r>
              <a:rPr lang="en-US" dirty="0"/>
              <a:t>$ git pull origin main</a:t>
            </a:r>
          </a:p>
          <a:p>
            <a:pPr marL="0" indent="0">
              <a:buNone/>
            </a:pPr>
            <a:r>
              <a:rPr lang="en-US" dirty="0"/>
              <a:t>$ git push origin main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DD1EB-8A28-4FE9-B387-E1A95293A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769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60BD6-03A8-84B1-22C7-2611660F3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3AD71-F140-3F93-C87A-E677417A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</a:t>
            </a:r>
            <a:r>
              <a:rPr lang="en-US" dirty="0" err="1"/>
              <a:t>gitignore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2C005-8B82-3636-B0C5-F619F507E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542" y="1605734"/>
            <a:ext cx="8383980" cy="475797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.</a:t>
            </a:r>
            <a:r>
              <a:rPr lang="en-US" dirty="0" err="1"/>
              <a:t>gitignore</a:t>
            </a:r>
            <a:r>
              <a:rPr lang="en-US" dirty="0"/>
              <a:t> file tells git which files and folders to ignore (those which should not be tracked).</a:t>
            </a:r>
          </a:p>
          <a:p>
            <a:r>
              <a:rPr lang="en-US" dirty="0"/>
              <a:t>This is useful for keeping log files, temporary files, build artifacts, or personal files out of a repository.</a:t>
            </a:r>
          </a:p>
          <a:p>
            <a:r>
              <a:rPr lang="en-US" dirty="0"/>
              <a:t>The .</a:t>
            </a:r>
            <a:r>
              <a:rPr lang="en-US" dirty="0" err="1"/>
              <a:t>gitignore</a:t>
            </a:r>
            <a:r>
              <a:rPr lang="en-US" dirty="0"/>
              <a:t> file itself </a:t>
            </a:r>
            <a:r>
              <a:rPr lang="en-US" b="1" i="1" dirty="0"/>
              <a:t>is</a:t>
            </a:r>
            <a:r>
              <a:rPr lang="en-US" dirty="0"/>
              <a:t> tracked by Git, so everyone using the repository ignores the same files.</a:t>
            </a:r>
          </a:p>
          <a:p>
            <a:r>
              <a:rPr lang="en-US" dirty="0"/>
              <a:t>Within the .</a:t>
            </a:r>
            <a:r>
              <a:rPr lang="en-US" dirty="0" err="1"/>
              <a:t>gitignore</a:t>
            </a:r>
            <a:r>
              <a:rPr lang="en-US" dirty="0"/>
              <a:t> file, you may specify folder names and/or file names, extension types, etc… which git should ignore.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CBF0F-8310-82D1-23B3-9FA5EEB38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838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ACC56-451C-4EB2-9FC6-3A6E9FFE7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CLI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9D6E7-EF03-4454-807A-189C92950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7"/>
            <a:ext cx="8383980" cy="4882266"/>
          </a:xfrm>
        </p:spPr>
        <p:txBody>
          <a:bodyPr>
            <a:normAutofit fontScale="77500" lnSpcReduction="20000"/>
          </a:bodyPr>
          <a:lstStyle/>
          <a:p>
            <a:r>
              <a:rPr lang="en-US" b="1" i="1" dirty="0"/>
              <a:t>git clone</a:t>
            </a:r>
            <a:r>
              <a:rPr lang="en-US" dirty="0"/>
              <a:t> – create a copy of a repository on github.com or gitlab.com onto your local machine.</a:t>
            </a:r>
          </a:p>
          <a:p>
            <a:r>
              <a:rPr lang="en-US" b="1" i="1" dirty="0"/>
              <a:t>git add</a:t>
            </a:r>
            <a:r>
              <a:rPr lang="en-US" dirty="0"/>
              <a:t> – stage files (staging indicates which files you want to keep a record of or remove. i.e. it tracks your current work)</a:t>
            </a:r>
          </a:p>
          <a:p>
            <a:r>
              <a:rPr lang="en-US" b="1" i="1" dirty="0"/>
              <a:t>git commit</a:t>
            </a:r>
            <a:r>
              <a:rPr lang="en-US" dirty="0"/>
              <a:t> – take a ‘snapshot’ of your staged files, and inform git to use these as a working standard moving forward. You interact with remove git repositories using these commits..</a:t>
            </a:r>
          </a:p>
          <a:p>
            <a:pPr lvl="1"/>
            <a:r>
              <a:rPr lang="en-US" dirty="0"/>
              <a:t>Note that commit must always be accompanied by a message. Using the ‘-m’ flag will allow you to write a message automatically.</a:t>
            </a:r>
          </a:p>
          <a:p>
            <a:r>
              <a:rPr lang="en-US" b="1" i="1" dirty="0"/>
              <a:t>git pull</a:t>
            </a:r>
            <a:r>
              <a:rPr lang="en-US" dirty="0"/>
              <a:t> – a command used retrieve and merge the most recent commit from a branch on a linked, remote repository</a:t>
            </a:r>
          </a:p>
          <a:p>
            <a:r>
              <a:rPr lang="en-US" b="1" i="1" dirty="0"/>
              <a:t>git push</a:t>
            </a:r>
            <a:r>
              <a:rPr lang="en-US" dirty="0"/>
              <a:t> – a command used to copy your local commit from a repository to a branch on a linked, remote repository.</a:t>
            </a:r>
          </a:p>
          <a:p>
            <a:r>
              <a:rPr lang="en-US" b="1" i="1" dirty="0"/>
              <a:t>git status</a:t>
            </a:r>
            <a:r>
              <a:rPr lang="en-US" dirty="0"/>
              <a:t> – a utility command used to compare your local repository, the stages files, and your record of commits, as compared to the linked repository branch.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AFFB2-BAAD-44CF-A7DC-F6B89E6B8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958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4CCBC-6653-4A6C-B998-ACD1C2343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branch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C98ED-F039-4951-A3DA-4EC5330DD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9DC7B66-278C-4118-8C83-8A1789F7D4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211763"/>
              </p:ext>
            </p:extLst>
          </p:nvPr>
        </p:nvGraphicFramePr>
        <p:xfrm>
          <a:off x="380010" y="1889386"/>
          <a:ext cx="8385175" cy="48825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1780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4CCBC-6653-4A6C-B998-ACD1C2343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branch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C98ED-F039-4951-A3DA-4EC5330DD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9DC7B66-278C-4118-8C83-8A1789F7D4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2656537"/>
              </p:ext>
            </p:extLst>
          </p:nvPr>
        </p:nvGraphicFramePr>
        <p:xfrm>
          <a:off x="380010" y="1889386"/>
          <a:ext cx="8385175" cy="48825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3410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C01CC-4946-4562-BD71-19B62484D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Forking Repositories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750CE-DF56-4A3E-90BB-B75698C9C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542" y="1605734"/>
            <a:ext cx="8383980" cy="4757978"/>
          </a:xfrm>
        </p:spPr>
        <p:txBody>
          <a:bodyPr>
            <a:normAutofit fontScale="92500"/>
          </a:bodyPr>
          <a:lstStyle/>
          <a:p>
            <a:r>
              <a:rPr lang="en-US" dirty="0"/>
              <a:t>Forking a repository creates your own copy of a project.</a:t>
            </a:r>
          </a:p>
          <a:p>
            <a:pPr lvl="4"/>
            <a:r>
              <a:rPr lang="en-US" dirty="0"/>
              <a:t>Created using the fork button on </a:t>
            </a:r>
            <a:r>
              <a:rPr lang="en-US" dirty="0" err="1"/>
              <a:t>github</a:t>
            </a:r>
            <a:endParaRPr lang="en-US" dirty="0"/>
          </a:p>
          <a:p>
            <a:pPr lvl="4"/>
            <a:endParaRPr lang="en-US" dirty="0"/>
          </a:p>
          <a:p>
            <a:r>
              <a:rPr lang="en-US" dirty="0"/>
              <a:t>Clone this repo as you would any other to create a local copy. </a:t>
            </a:r>
          </a:p>
          <a:p>
            <a:r>
              <a:rPr lang="en-US" dirty="0"/>
              <a:t>If you want to pull in changes from the original repo</a:t>
            </a:r>
          </a:p>
          <a:p>
            <a:pPr lvl="1"/>
            <a:r>
              <a:rPr lang="en-US" dirty="0"/>
              <a:t>$ git pull </a:t>
            </a:r>
            <a:r>
              <a:rPr lang="en-US" u="sng" dirty="0" err="1"/>
              <a:t>url</a:t>
            </a:r>
            <a:r>
              <a:rPr lang="en-US" u="sng" dirty="0"/>
              <a:t>-of-original</a:t>
            </a:r>
          </a:p>
          <a:p>
            <a:r>
              <a:rPr lang="en-US" dirty="0"/>
              <a:t>If you made changes that you want the original to add in --- you create a </a:t>
            </a:r>
            <a:r>
              <a:rPr lang="en-US" i="1" dirty="0"/>
              <a:t>pull request </a:t>
            </a:r>
          </a:p>
          <a:p>
            <a:pPr lvl="1"/>
            <a:r>
              <a:rPr lang="en-US" dirty="0"/>
              <a:t>You request that they pull in your changes to their repo.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34D0F-7CBE-40B7-9CA6-55A0AEBA6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2050" name="Picture 2" descr="The “Fork” button">
            <a:extLst>
              <a:ext uri="{FF2B5EF4-FFF2-40B4-BE49-F238E27FC236}">
                <a16:creationId xmlns:a16="http://schemas.microsoft.com/office/drawing/2014/main" id="{31407B4A-3208-45B2-9B4F-BC0116C9A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928" y="2578593"/>
            <a:ext cx="1295400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12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3DC67-EBF1-8CB4-00AD-59939F3D0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BC979-3812-7590-63DD-E0745FB35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Pull Requests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CC40A-18B6-EFD4-EA64-3F4DA3A6A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542" y="1605734"/>
            <a:ext cx="8383980" cy="4757978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Pull Requests</a:t>
            </a:r>
            <a:r>
              <a:rPr lang="en-US" dirty="0"/>
              <a:t> allow a developer to request changes from a branch be pulled into or merged into another branch (e.g. ‘feature-branch’ merged into ‘production/main’).</a:t>
            </a:r>
          </a:p>
          <a:p>
            <a:r>
              <a:rPr lang="en-US" dirty="0"/>
              <a:t>Pull Requests are a fundamental part of collaborative development in Git.</a:t>
            </a:r>
          </a:p>
          <a:p>
            <a:r>
              <a:rPr lang="en-US" dirty="0"/>
              <a:t>Pull requests are a mechanism which allows developers to notify others about changes they’ve made to a branch in a git repository.</a:t>
            </a:r>
          </a:p>
          <a:p>
            <a:r>
              <a:rPr lang="en-US" dirty="0"/>
              <a:t>Pull requests also allow a team to establish review and approval workflows for work completed.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F942D-3406-35B2-9ABA-FFA8AA72B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402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DEE1A-3D9E-E954-79B4-542A3ED10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A79E5B-9C81-2943-A5DE-FF73591BC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660774"/>
      </p:ext>
    </p:extLst>
  </p:cSld>
  <p:clrMapOvr>
    <a:masterClrMapping/>
  </p:clrMapOvr>
</p:sld>
</file>

<file path=ppt/theme/theme1.xml><?xml version="1.0" encoding="utf-8"?>
<a:theme xmlns:a="http://schemas.openxmlformats.org/drawingml/2006/main" name="Revature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" id="{24F846AD-0162-44D4-93E8-2F393369D2EF}" vid="{C2372A91-FFE2-4AA5-895E-1FECFBB281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</Template>
  <TotalTime>1260</TotalTime>
  <Words>990</Words>
  <Application>Microsoft Office PowerPoint</Application>
  <PresentationFormat>On-screen Show (4:3)</PresentationFormat>
  <Paragraphs>120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Revature</vt:lpstr>
      <vt:lpstr> Collaboration with GIT</vt:lpstr>
      <vt:lpstr>Version Control Systems (VCS)</vt:lpstr>
      <vt:lpstr>Git</vt:lpstr>
      <vt:lpstr>Understanding Git</vt:lpstr>
      <vt:lpstr>Understanding Git</vt:lpstr>
      <vt:lpstr>Branching</vt:lpstr>
      <vt:lpstr>Git Workflow</vt:lpstr>
      <vt:lpstr>Example</vt:lpstr>
      <vt:lpstr>.gitignore</vt:lpstr>
      <vt:lpstr>Git CLI Commands</vt:lpstr>
      <vt:lpstr>Create branch</vt:lpstr>
      <vt:lpstr>Merge branch</vt:lpstr>
      <vt:lpstr>Forking Repositories </vt:lpstr>
      <vt:lpstr>Pull Requests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Bryn Portella</dc:creator>
  <cp:lastModifiedBy>Joseph Highe</cp:lastModifiedBy>
  <cp:revision>42</cp:revision>
  <dcterms:created xsi:type="dcterms:W3CDTF">2021-05-10T12:23:39Z</dcterms:created>
  <dcterms:modified xsi:type="dcterms:W3CDTF">2026-10-29T20:38:03Z</dcterms:modified>
</cp:coreProperties>
</file>